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4"/>
  </p:notesMasterIdLst>
  <p:sldIdLst>
    <p:sldId id="256" r:id="rId2"/>
    <p:sldId id="257" r:id="rId3"/>
    <p:sldId id="258" r:id="rId4"/>
    <p:sldId id="260" r:id="rId5"/>
    <p:sldId id="262" r:id="rId6"/>
    <p:sldId id="263" r:id="rId7"/>
    <p:sldId id="264" r:id="rId8"/>
    <p:sldId id="288" r:id="rId9"/>
    <p:sldId id="289" r:id="rId10"/>
    <p:sldId id="267" r:id="rId11"/>
    <p:sldId id="268" r:id="rId12"/>
    <p:sldId id="259" r:id="rId13"/>
  </p:sldIdLst>
  <p:sldSz cx="9144000" cy="5143500" type="screen16x9"/>
  <p:notesSz cx="6858000" cy="9144000"/>
  <p:embeddedFontLst>
    <p:embeddedFont>
      <p:font typeface="IBM Plex Mono" panose="020B0604020202020204" charset="0"/>
      <p:regular r:id="rId15"/>
      <p:bold r:id="rId16"/>
      <p:italic r:id="rId17"/>
      <p:boldItalic r:id="rId18"/>
    </p:embeddedFont>
    <p:embeddedFont>
      <p:font typeface="Poppins" panose="020B0604020202020204" charset="0"/>
      <p:regular r:id="rId19"/>
      <p:bold r:id="rId20"/>
      <p:italic r:id="rId21"/>
      <p:boldItalic r:id="rId22"/>
    </p:embeddedFont>
    <p:embeddedFont>
      <p:font typeface="Source Code Pro" panose="020B060402020202020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8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63D0A7B-9537-4148-99B5-E1F1B9B250F7}">
  <a:tblStyle styleId="{463D0A7B-9537-4148-99B5-E1F1B9B250F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5" autoAdjust="0"/>
    <p:restoredTop sz="94660"/>
  </p:normalViewPr>
  <p:slideViewPr>
    <p:cSldViewPr snapToGrid="0">
      <p:cViewPr varScale="1">
        <p:scale>
          <a:sx n="85" d="100"/>
          <a:sy n="85" d="100"/>
        </p:scale>
        <p:origin x="594"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p:cNvGrpSpPr/>
        <p:nvPr/>
      </p:nvGrpSpPr>
      <p:grpSpPr>
        <a:xfrm>
          <a:off x="0" y="0"/>
          <a:ext cx="0" cy="0"/>
          <a:chOff x="0" y="0"/>
          <a:chExt cx="0" cy="0"/>
        </a:xfrm>
      </p:grpSpPr>
      <p:sp>
        <p:nvSpPr>
          <p:cNvPr id="1427" name="Google Shape;1427;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3"/>
        <p:cNvGrpSpPr/>
        <p:nvPr/>
      </p:nvGrpSpPr>
      <p:grpSpPr>
        <a:xfrm>
          <a:off x="0" y="0"/>
          <a:ext cx="0" cy="0"/>
          <a:chOff x="0" y="0"/>
          <a:chExt cx="0" cy="0"/>
        </a:xfrm>
      </p:grpSpPr>
      <p:sp>
        <p:nvSpPr>
          <p:cNvPr id="1454" name="Google Shape;1454;g24ed99bf1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5" name="Google Shape;1455;g24ed99bf1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p:cNvGrpSpPr/>
        <p:nvPr/>
      </p:nvGrpSpPr>
      <p:grpSpPr>
        <a:xfrm>
          <a:off x="0" y="0"/>
          <a:ext cx="0" cy="0"/>
          <a:chOff x="0" y="0"/>
          <a:chExt cx="0" cy="0"/>
        </a:xfrm>
      </p:grpSpPr>
      <p:sp>
        <p:nvSpPr>
          <p:cNvPr id="1463" name="Google Shape;1463;g24e5c2c9e45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4" name="Google Shape;1464;g24e5c2c9e45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p:cNvGrpSpPr/>
        <p:nvPr/>
      </p:nvGrpSpPr>
      <p:grpSpPr>
        <a:xfrm>
          <a:off x="0" y="0"/>
          <a:ext cx="0" cy="0"/>
          <a:chOff x="0" y="0"/>
          <a:chExt cx="0" cy="0"/>
        </a:xfrm>
      </p:grpSpPr>
      <p:sp>
        <p:nvSpPr>
          <p:cNvPr id="1527" name="Google Shape;1527;g24ed99bf1a4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p:cNvGrpSpPr/>
        <p:nvPr/>
      </p:nvGrpSpPr>
      <p:grpSpPr>
        <a:xfrm>
          <a:off x="0" y="0"/>
          <a:ext cx="0" cy="0"/>
          <a:chOff x="0" y="0"/>
          <a:chExt cx="0" cy="0"/>
        </a:xfrm>
      </p:grpSpPr>
      <p:sp>
        <p:nvSpPr>
          <p:cNvPr id="1631" name="Google Shape;1631;g24ed99bf1a4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4ed99bf1a4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2"/>
        <p:cNvGrpSpPr/>
        <p:nvPr/>
      </p:nvGrpSpPr>
      <p:grpSpPr>
        <a:xfrm>
          <a:off x="0" y="0"/>
          <a:ext cx="0" cy="0"/>
          <a:chOff x="0" y="0"/>
          <a:chExt cx="0" cy="0"/>
        </a:xfrm>
      </p:grpSpPr>
      <p:sp>
        <p:nvSpPr>
          <p:cNvPr id="1663" name="Google Shape;1663;g24e6b4d5c31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4" name="Google Shape;1664;g24e6b4d5c31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8"/>
        <p:cNvGrpSpPr/>
        <p:nvPr/>
      </p:nvGrpSpPr>
      <p:grpSpPr>
        <a:xfrm>
          <a:off x="0" y="0"/>
          <a:ext cx="0" cy="0"/>
          <a:chOff x="0" y="0"/>
          <a:chExt cx="0" cy="0"/>
        </a:xfrm>
      </p:grpSpPr>
      <p:sp>
        <p:nvSpPr>
          <p:cNvPr id="1729" name="Google Shape;1729;g24ed99bf1a4_0_4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0" name="Google Shape;1730;g24ed99bf1a4_0_4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5"/>
        <p:cNvGrpSpPr/>
        <p:nvPr/>
      </p:nvGrpSpPr>
      <p:grpSpPr>
        <a:xfrm>
          <a:off x="0" y="0"/>
          <a:ext cx="0" cy="0"/>
          <a:chOff x="0" y="0"/>
          <a:chExt cx="0" cy="0"/>
        </a:xfrm>
      </p:grpSpPr>
      <p:sp>
        <p:nvSpPr>
          <p:cNvPr id="3156" name="Google Shape;3156;g20a542a8cd5_0_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7" name="Google Shape;3157;g20a542a8cd5_0_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7"/>
        <p:cNvGrpSpPr/>
        <p:nvPr/>
      </p:nvGrpSpPr>
      <p:grpSpPr>
        <a:xfrm>
          <a:off x="0" y="0"/>
          <a:ext cx="0" cy="0"/>
          <a:chOff x="0" y="0"/>
          <a:chExt cx="0" cy="0"/>
        </a:xfrm>
      </p:grpSpPr>
      <p:sp>
        <p:nvSpPr>
          <p:cNvPr id="1838" name="Google Shape;1838;g24ed99bf1a4_0_9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9" name="Google Shape;1839;g24ed99bf1a4_0_9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3668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7"/>
        <p:cNvGrpSpPr/>
        <p:nvPr/>
      </p:nvGrpSpPr>
      <p:grpSpPr>
        <a:xfrm>
          <a:off x="0" y="0"/>
          <a:ext cx="0" cy="0"/>
          <a:chOff x="0" y="0"/>
          <a:chExt cx="0" cy="0"/>
        </a:xfrm>
      </p:grpSpPr>
      <p:sp>
        <p:nvSpPr>
          <p:cNvPr id="1838" name="Google Shape;1838;g24ed99bf1a4_0_9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9" name="Google Shape;1839;g24ed99bf1a4_0_9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2"/>
        <p:cNvGrpSpPr/>
        <p:nvPr/>
      </p:nvGrpSpPr>
      <p:grpSpPr>
        <a:xfrm>
          <a:off x="0" y="0"/>
          <a:ext cx="0" cy="0"/>
          <a:chOff x="0" y="0"/>
          <a:chExt cx="0" cy="0"/>
        </a:xfrm>
      </p:grpSpPr>
      <p:sp>
        <p:nvSpPr>
          <p:cNvPr id="1853" name="Google Shape;1853;g24ed99bf1a4_0_1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4" name="Google Shape;1854;g24ed99bf1a4_0_1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9"/>
        <p:cNvGrpSpPr/>
        <p:nvPr/>
      </p:nvGrpSpPr>
      <p:grpSpPr>
        <a:xfrm>
          <a:off x="0" y="0"/>
          <a:ext cx="0" cy="0"/>
          <a:chOff x="0" y="0"/>
          <a:chExt cx="0" cy="0"/>
        </a:xfrm>
      </p:grpSpPr>
      <p:sp>
        <p:nvSpPr>
          <p:cNvPr id="1480" name="Google Shape;1480;g24e6b4d5c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1" name="Google Shape;1481;g24e6b4d5c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2"/>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2700000">
              <a:off x="917817" y="-2200499"/>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01475" y="-361175"/>
              <a:ext cx="7138625" cy="819350"/>
            </a:xfrm>
            <a:custGeom>
              <a:avLst/>
              <a:gdLst/>
              <a:ahLst/>
              <a:cxnLst/>
              <a:rect l="l" t="t" r="r" b="b"/>
              <a:pathLst>
                <a:path w="285545" h="32774" extrusionOk="0">
                  <a:moveTo>
                    <a:pt x="0" y="32774"/>
                  </a:moveTo>
                  <a:lnTo>
                    <a:pt x="188861" y="32774"/>
                  </a:lnTo>
                  <a:lnTo>
                    <a:pt x="221636" y="0"/>
                  </a:lnTo>
                  <a:lnTo>
                    <a:pt x="285545" y="0"/>
                  </a:lnTo>
                </a:path>
              </a:pathLst>
            </a:custGeom>
            <a:noFill/>
            <a:ln w="9525" cap="flat" cmpd="sng">
              <a:solidFill>
                <a:schemeClr val="dk2"/>
              </a:solidFill>
              <a:prstDash val="solid"/>
              <a:round/>
              <a:headEnd type="none" w="med" len="med"/>
              <a:tailEnd type="none" w="med" len="med"/>
            </a:ln>
          </p:spPr>
        </p:sp>
        <p:sp>
          <p:nvSpPr>
            <p:cNvPr id="16" name="Google Shape;16;p2"/>
            <p:cNvSpPr/>
            <p:nvPr/>
          </p:nvSpPr>
          <p:spPr>
            <a:xfrm rot="5400000">
              <a:off x="1110859" y="-1245788"/>
              <a:ext cx="577450" cy="3045475"/>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654013" y="-781254"/>
              <a:ext cx="687411" cy="2731351"/>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alphaModFix/>
            </a:blip>
            <a:srcRect l="16960" t="24718" r="7121" b="26177"/>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2"/>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4" name="Google Shape;54;p2"/>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55" name="Google Shape;55;p2"/>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9" name="Google Shape;69;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 name="Google Shape;8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 name="Google Shape;9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720000" y="2079325"/>
            <a:ext cx="55980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97" name="Google Shape;97;p3"/>
          <p:cNvSpPr txBox="1">
            <a:spLocks noGrp="1"/>
          </p:cNvSpPr>
          <p:nvPr>
            <p:ph type="title" idx="2" hasCustomPrompt="1"/>
          </p:nvPr>
        </p:nvSpPr>
        <p:spPr>
          <a:xfrm>
            <a:off x="720000" y="1025725"/>
            <a:ext cx="1702500" cy="9936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200">
                <a:latin typeface="Poppins"/>
                <a:ea typeface="Poppins"/>
                <a:cs typeface="Poppins"/>
                <a:sym typeface="Poppins"/>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8" name="Google Shape;98;p3"/>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99" name="Google Shape;99;p3"/>
          <p:cNvGrpSpPr/>
          <p:nvPr/>
        </p:nvGrpSpPr>
        <p:grpSpPr>
          <a:xfrm>
            <a:off x="-539206" y="-1717975"/>
            <a:ext cx="4397193" cy="4171657"/>
            <a:chOff x="-494406" y="-1584825"/>
            <a:chExt cx="4397193" cy="4171657"/>
          </a:xfrm>
        </p:grpSpPr>
        <p:grpSp>
          <p:nvGrpSpPr>
            <p:cNvPr id="100" name="Google Shape;100;p3"/>
            <p:cNvGrpSpPr/>
            <p:nvPr/>
          </p:nvGrpSpPr>
          <p:grpSpPr>
            <a:xfrm>
              <a:off x="-494406" y="-252396"/>
              <a:ext cx="1741563" cy="1288563"/>
              <a:chOff x="-494406" y="-252396"/>
              <a:chExt cx="1741563" cy="1288563"/>
            </a:xfrm>
          </p:grpSpPr>
          <p:sp>
            <p:nvSpPr>
              <p:cNvPr id="101" name="Google Shape;101;p3"/>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3"/>
            <p:cNvGrpSpPr/>
            <p:nvPr/>
          </p:nvGrpSpPr>
          <p:grpSpPr>
            <a:xfrm>
              <a:off x="245875" y="-51824"/>
              <a:ext cx="208200" cy="1824700"/>
              <a:chOff x="1040050" y="3812126"/>
              <a:chExt cx="208200" cy="1824700"/>
            </a:xfrm>
          </p:grpSpPr>
          <p:sp>
            <p:nvSpPr>
              <p:cNvPr id="104" name="Google Shape;104;p3"/>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106;p3"/>
            <p:cNvGrpSpPr/>
            <p:nvPr/>
          </p:nvGrpSpPr>
          <p:grpSpPr>
            <a:xfrm>
              <a:off x="441574" y="-36652"/>
              <a:ext cx="699940" cy="478601"/>
              <a:chOff x="39722" y="4349021"/>
              <a:chExt cx="1061964" cy="726143"/>
            </a:xfrm>
          </p:grpSpPr>
          <p:grpSp>
            <p:nvGrpSpPr>
              <p:cNvPr id="107" name="Google Shape;107;p3"/>
              <p:cNvGrpSpPr/>
              <p:nvPr/>
            </p:nvGrpSpPr>
            <p:grpSpPr>
              <a:xfrm rot="2700000">
                <a:off x="140502" y="4460924"/>
                <a:ext cx="524584" cy="502337"/>
                <a:chOff x="1189791" y="-1767331"/>
                <a:chExt cx="904284" cy="865933"/>
              </a:xfrm>
            </p:grpSpPr>
            <p:sp>
              <p:nvSpPr>
                <p:cNvPr id="108" name="Google Shape;10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 name="Google Shape;109;p3"/>
                <p:cNvGrpSpPr/>
                <p:nvPr/>
              </p:nvGrpSpPr>
              <p:grpSpPr>
                <a:xfrm>
                  <a:off x="1232795" y="-1740829"/>
                  <a:ext cx="717621" cy="717392"/>
                  <a:chOff x="1483457" y="3953671"/>
                  <a:chExt cx="717621" cy="717392"/>
                </a:xfrm>
              </p:grpSpPr>
              <p:sp>
                <p:nvSpPr>
                  <p:cNvPr id="110" name="Google Shape;11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5" name="Google Shape;11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3"/>
            <p:cNvGrpSpPr/>
            <p:nvPr/>
          </p:nvGrpSpPr>
          <p:grpSpPr>
            <a:xfrm>
              <a:off x="955673" y="11"/>
              <a:ext cx="592576" cy="405260"/>
              <a:chOff x="39722" y="4349021"/>
              <a:chExt cx="1061964" cy="726143"/>
            </a:xfrm>
          </p:grpSpPr>
          <p:grpSp>
            <p:nvGrpSpPr>
              <p:cNvPr id="117" name="Google Shape;117;p3"/>
              <p:cNvGrpSpPr/>
              <p:nvPr/>
            </p:nvGrpSpPr>
            <p:grpSpPr>
              <a:xfrm rot="2700000">
                <a:off x="140502" y="4460924"/>
                <a:ext cx="524584" cy="502337"/>
                <a:chOff x="1189791" y="-1767331"/>
                <a:chExt cx="904284" cy="865933"/>
              </a:xfrm>
            </p:grpSpPr>
            <p:sp>
              <p:nvSpPr>
                <p:cNvPr id="118" name="Google Shape;11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3"/>
                <p:cNvGrpSpPr/>
                <p:nvPr/>
              </p:nvGrpSpPr>
              <p:grpSpPr>
                <a:xfrm>
                  <a:off x="1232795" y="-1740829"/>
                  <a:ext cx="717621" cy="717392"/>
                  <a:chOff x="1483457" y="3953671"/>
                  <a:chExt cx="717621" cy="717392"/>
                </a:xfrm>
              </p:grpSpPr>
              <p:sp>
                <p:nvSpPr>
                  <p:cNvPr id="120" name="Google Shape;12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126;p3"/>
            <p:cNvGrpSpPr/>
            <p:nvPr/>
          </p:nvGrpSpPr>
          <p:grpSpPr>
            <a:xfrm>
              <a:off x="-1" y="621223"/>
              <a:ext cx="699940" cy="478601"/>
              <a:chOff x="39722" y="4349021"/>
              <a:chExt cx="1061964" cy="726143"/>
            </a:xfrm>
          </p:grpSpPr>
          <p:grpSp>
            <p:nvGrpSpPr>
              <p:cNvPr id="127" name="Google Shape;127;p3"/>
              <p:cNvGrpSpPr/>
              <p:nvPr/>
            </p:nvGrpSpPr>
            <p:grpSpPr>
              <a:xfrm rot="2700000">
                <a:off x="140502" y="4460924"/>
                <a:ext cx="524584" cy="502337"/>
                <a:chOff x="1189791" y="-1767331"/>
                <a:chExt cx="904284" cy="865933"/>
              </a:xfrm>
            </p:grpSpPr>
            <p:sp>
              <p:nvSpPr>
                <p:cNvPr id="128" name="Google Shape;12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 name="Google Shape;129;p3"/>
                <p:cNvGrpSpPr/>
                <p:nvPr/>
              </p:nvGrpSpPr>
              <p:grpSpPr>
                <a:xfrm>
                  <a:off x="1232795" y="-1740829"/>
                  <a:ext cx="717621" cy="717392"/>
                  <a:chOff x="1483457" y="3953671"/>
                  <a:chExt cx="717621" cy="717392"/>
                </a:xfrm>
              </p:grpSpPr>
              <p:sp>
                <p:nvSpPr>
                  <p:cNvPr id="130" name="Google Shape;13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 name="Google Shape;13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 name="Google Shape;136;p3"/>
            <p:cNvGrpSpPr/>
            <p:nvPr/>
          </p:nvGrpSpPr>
          <p:grpSpPr>
            <a:xfrm rot="-8100000">
              <a:off x="540898" y="-1172741"/>
              <a:ext cx="2552124" cy="3347490"/>
              <a:chOff x="2976325" y="908175"/>
              <a:chExt cx="4028179" cy="5283555"/>
            </a:xfrm>
          </p:grpSpPr>
          <p:sp>
            <p:nvSpPr>
              <p:cNvPr id="137" name="Google Shape;137;p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0"/>
        <p:cNvGrpSpPr/>
        <p:nvPr/>
      </p:nvGrpSpPr>
      <p:grpSpPr>
        <a:xfrm>
          <a:off x="0" y="0"/>
          <a:ext cx="0" cy="0"/>
          <a:chOff x="0" y="0"/>
          <a:chExt cx="0" cy="0"/>
        </a:xfrm>
      </p:grpSpPr>
      <p:sp>
        <p:nvSpPr>
          <p:cNvPr id="141" name="Google Shape;14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2" name="Google Shape;142;p4"/>
          <p:cNvSpPr txBox="1">
            <a:spLocks noGrp="1"/>
          </p:cNvSpPr>
          <p:nvPr>
            <p:ph type="body" idx="1"/>
          </p:nvPr>
        </p:nvSpPr>
        <p:spPr>
          <a:xfrm>
            <a:off x="720000" y="1139551"/>
            <a:ext cx="7704000" cy="4113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rgbClr val="434343"/>
              </a:buClr>
              <a:buSzPts val="1400"/>
              <a:buAutoNum type="arabicPeriod"/>
              <a:defRPr>
                <a:solidFill>
                  <a:srgbClr val="191919"/>
                </a:solidFill>
              </a:defRPr>
            </a:lvl1pPr>
            <a:lvl2pPr marL="914400" lvl="1"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2pPr>
            <a:lvl3pPr marL="1371600" lvl="2"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3pPr>
            <a:lvl4pPr marL="1828800" lvl="3" indent="-317500" rtl="0">
              <a:lnSpc>
                <a:spcPct val="115000"/>
              </a:lnSpc>
              <a:spcBef>
                <a:spcPts val="0"/>
              </a:spcBef>
              <a:spcAft>
                <a:spcPts val="0"/>
              </a:spcAft>
              <a:buClr>
                <a:srgbClr val="434343"/>
              </a:buClr>
              <a:buSzPts val="1400"/>
              <a:buFont typeface="Roboto Condensed Light"/>
              <a:buAutoNum type="arabicPeriod"/>
              <a:defRPr>
                <a:solidFill>
                  <a:srgbClr val="434343"/>
                </a:solidFill>
              </a:defRPr>
            </a:lvl4pPr>
            <a:lvl5pPr marL="2286000" lvl="4"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5pPr>
            <a:lvl6pPr marL="2743200" lvl="5"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6pPr>
            <a:lvl7pPr marL="3200400" lvl="6" indent="-317500" rtl="0">
              <a:lnSpc>
                <a:spcPct val="115000"/>
              </a:lnSpc>
              <a:spcBef>
                <a:spcPts val="0"/>
              </a:spcBef>
              <a:spcAft>
                <a:spcPts val="0"/>
              </a:spcAft>
              <a:buClr>
                <a:srgbClr val="434343"/>
              </a:buClr>
              <a:buSzPts val="1400"/>
              <a:buFont typeface="Roboto Condensed Light"/>
              <a:buAutoNum type="arabicPeriod"/>
              <a:defRPr>
                <a:solidFill>
                  <a:srgbClr val="434343"/>
                </a:solidFill>
              </a:defRPr>
            </a:lvl7pPr>
            <a:lvl8pPr marL="3657600" lvl="7"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8pPr>
            <a:lvl9pPr marL="4114800" lvl="8"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9pPr>
          </a:lstStyle>
          <a:p>
            <a:endParaRPr/>
          </a:p>
        </p:txBody>
      </p:sp>
      <p:grpSp>
        <p:nvGrpSpPr>
          <p:cNvPr id="143" name="Google Shape;143;p4"/>
          <p:cNvGrpSpPr/>
          <p:nvPr/>
        </p:nvGrpSpPr>
        <p:grpSpPr>
          <a:xfrm>
            <a:off x="7365150" y="-1147799"/>
            <a:ext cx="3733124" cy="6537004"/>
            <a:chOff x="7212750" y="-1147799"/>
            <a:chExt cx="3733124" cy="6537004"/>
          </a:xfrm>
        </p:grpSpPr>
        <p:pic>
          <p:nvPicPr>
            <p:cNvPr id="144" name="Google Shape;144;p4"/>
            <p:cNvPicPr preferRelativeResize="0"/>
            <p:nvPr/>
          </p:nvPicPr>
          <p:blipFill rotWithShape="1">
            <a:blip r:embed="rId2">
              <a:alphaModFix/>
            </a:blip>
            <a:srcRect l="16960" t="24718" r="7121" b="26177"/>
            <a:stretch/>
          </p:blipFill>
          <p:spPr>
            <a:xfrm>
              <a:off x="7212750" y="-1147799"/>
              <a:ext cx="3733124" cy="2849200"/>
            </a:xfrm>
            <a:prstGeom prst="rect">
              <a:avLst/>
            </a:prstGeom>
            <a:noFill/>
            <a:ln>
              <a:noFill/>
            </a:ln>
          </p:spPr>
        </p:pic>
        <p:grpSp>
          <p:nvGrpSpPr>
            <p:cNvPr id="145" name="Google Shape;145;p4"/>
            <p:cNvGrpSpPr/>
            <p:nvPr/>
          </p:nvGrpSpPr>
          <p:grpSpPr>
            <a:xfrm>
              <a:off x="7392021" y="539499"/>
              <a:ext cx="1518472" cy="3030657"/>
              <a:chOff x="7785196" y="342199"/>
              <a:chExt cx="1518472" cy="3030657"/>
            </a:xfrm>
          </p:grpSpPr>
          <p:sp>
            <p:nvSpPr>
              <p:cNvPr id="146" name="Google Shape;146;p4"/>
              <p:cNvSpPr/>
              <p:nvPr/>
            </p:nvSpPr>
            <p:spPr>
              <a:xfrm rot="10800000">
                <a:off x="7882621" y="5394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rot="10800000">
                <a:off x="7785196" y="3421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 name="Google Shape;148;p4"/>
            <p:cNvSpPr/>
            <p:nvPr/>
          </p:nvSpPr>
          <p:spPr>
            <a:xfrm rot="5400000">
              <a:off x="8098189" y="-87718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 name="Google Shape;149;p4"/>
            <p:cNvGrpSpPr/>
            <p:nvPr/>
          </p:nvGrpSpPr>
          <p:grpSpPr>
            <a:xfrm>
              <a:off x="7740801" y="270000"/>
              <a:ext cx="3153315" cy="5119205"/>
              <a:chOff x="7740801" y="270000"/>
              <a:chExt cx="3153315" cy="5119205"/>
            </a:xfrm>
          </p:grpSpPr>
          <p:sp>
            <p:nvSpPr>
              <p:cNvPr id="150" name="Google Shape;150;p4"/>
              <p:cNvSpPr/>
              <p:nvPr/>
            </p:nvSpPr>
            <p:spPr>
              <a:xfrm>
                <a:off x="7740801" y="27000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 name="Google Shape;151;p4"/>
              <p:cNvGrpSpPr/>
              <p:nvPr/>
            </p:nvGrpSpPr>
            <p:grpSpPr>
              <a:xfrm>
                <a:off x="8192886" y="4736397"/>
                <a:ext cx="134004" cy="134004"/>
                <a:chOff x="8356813" y="1074288"/>
                <a:chExt cx="351900" cy="351900"/>
              </a:xfrm>
            </p:grpSpPr>
            <p:sp>
              <p:nvSpPr>
                <p:cNvPr id="152" name="Google Shape;152;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4"/>
              <p:cNvGrpSpPr/>
              <p:nvPr/>
            </p:nvGrpSpPr>
            <p:grpSpPr>
              <a:xfrm>
                <a:off x="8788211" y="3794722"/>
                <a:ext cx="134004" cy="134004"/>
                <a:chOff x="8356813" y="1074288"/>
                <a:chExt cx="351900" cy="351900"/>
              </a:xfrm>
            </p:grpSpPr>
            <p:sp>
              <p:nvSpPr>
                <p:cNvPr id="155" name="Google Shape;155;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8654186" y="2424672"/>
                <a:ext cx="134004" cy="134004"/>
                <a:chOff x="8356813" y="1074288"/>
                <a:chExt cx="351900" cy="351900"/>
              </a:xfrm>
            </p:grpSpPr>
            <p:sp>
              <p:nvSpPr>
                <p:cNvPr id="158" name="Google Shape;158;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60" name="Google Shape;160;p4"/>
          <p:cNvGrpSpPr/>
          <p:nvPr/>
        </p:nvGrpSpPr>
        <p:grpSpPr>
          <a:xfrm rot="-2529045">
            <a:off x="105741" y="3680210"/>
            <a:ext cx="591691" cy="2260270"/>
            <a:chOff x="-132364" y="1829399"/>
            <a:chExt cx="591677" cy="2260214"/>
          </a:xfrm>
        </p:grpSpPr>
        <p:sp>
          <p:nvSpPr>
            <p:cNvPr id="161" name="Google Shape;161;p4"/>
            <p:cNvSpPr/>
            <p:nvPr/>
          </p:nvSpPr>
          <p:spPr>
            <a:xfrm rot="10800000">
              <a:off x="62461"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4"/>
            <p:cNvSpPr/>
            <p:nvPr/>
          </p:nvSpPr>
          <p:spPr>
            <a:xfrm rot="10800000">
              <a:off x="-132364"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4"/>
          <p:cNvGrpSpPr/>
          <p:nvPr/>
        </p:nvGrpSpPr>
        <p:grpSpPr>
          <a:xfrm>
            <a:off x="-520148" y="-573164"/>
            <a:ext cx="1502291" cy="2806842"/>
            <a:chOff x="-367748" y="-573164"/>
            <a:chExt cx="1502291" cy="2806842"/>
          </a:xfrm>
        </p:grpSpPr>
        <p:grpSp>
          <p:nvGrpSpPr>
            <p:cNvPr id="164" name="Google Shape;164;p4"/>
            <p:cNvGrpSpPr/>
            <p:nvPr/>
          </p:nvGrpSpPr>
          <p:grpSpPr>
            <a:xfrm rot="10800000">
              <a:off x="-191449" y="1507557"/>
              <a:ext cx="904666" cy="726121"/>
              <a:chOff x="7945225" y="4302000"/>
              <a:chExt cx="904666" cy="726121"/>
            </a:xfrm>
          </p:grpSpPr>
          <p:sp>
            <p:nvSpPr>
              <p:cNvPr id="165" name="Google Shape;165;p4"/>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4"/>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4"/>
            <p:cNvSpPr/>
            <p:nvPr/>
          </p:nvSpPr>
          <p:spPr>
            <a:xfrm>
              <a:off x="152767" y="-5725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4"/>
            <p:cNvSpPr/>
            <p:nvPr/>
          </p:nvSpPr>
          <p:spPr>
            <a:xfrm>
              <a:off x="-6579" y="-57316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 name="Google Shape;170;p4"/>
            <p:cNvGrpSpPr/>
            <p:nvPr/>
          </p:nvGrpSpPr>
          <p:grpSpPr>
            <a:xfrm rot="10800000">
              <a:off x="-367748" y="-467133"/>
              <a:ext cx="699928" cy="1651024"/>
              <a:chOff x="8337812" y="3492483"/>
              <a:chExt cx="699928" cy="1651024"/>
            </a:xfrm>
          </p:grpSpPr>
          <p:sp>
            <p:nvSpPr>
              <p:cNvPr id="171" name="Google Shape;171;p4"/>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4"/>
        <p:cNvGrpSpPr/>
        <p:nvPr/>
      </p:nvGrpSpPr>
      <p:grpSpPr>
        <a:xfrm>
          <a:off x="0" y="0"/>
          <a:ext cx="0" cy="0"/>
          <a:chOff x="0" y="0"/>
          <a:chExt cx="0" cy="0"/>
        </a:xfrm>
      </p:grpSpPr>
      <p:sp>
        <p:nvSpPr>
          <p:cNvPr id="175" name="Google Shape;175;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6" name="Google Shape;176;p5"/>
          <p:cNvSpPr txBox="1">
            <a:spLocks noGrp="1"/>
          </p:cNvSpPr>
          <p:nvPr>
            <p:ph type="subTitle" idx="1"/>
          </p:nvPr>
        </p:nvSpPr>
        <p:spPr>
          <a:xfrm>
            <a:off x="4999903" y="2372500"/>
            <a:ext cx="2340300" cy="1320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77" name="Google Shape;177;p5"/>
          <p:cNvSpPr txBox="1">
            <a:spLocks noGrp="1"/>
          </p:cNvSpPr>
          <p:nvPr>
            <p:ph type="subTitle" idx="2"/>
          </p:nvPr>
        </p:nvSpPr>
        <p:spPr>
          <a:xfrm>
            <a:off x="1803800" y="2372500"/>
            <a:ext cx="2340300" cy="1320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78" name="Google Shape;178;p5"/>
          <p:cNvSpPr txBox="1">
            <a:spLocks noGrp="1"/>
          </p:cNvSpPr>
          <p:nvPr>
            <p:ph type="subTitle" idx="3"/>
          </p:nvPr>
        </p:nvSpPr>
        <p:spPr>
          <a:xfrm>
            <a:off x="4999908" y="2048488"/>
            <a:ext cx="23403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79" name="Google Shape;179;p5"/>
          <p:cNvSpPr txBox="1">
            <a:spLocks noGrp="1"/>
          </p:cNvSpPr>
          <p:nvPr>
            <p:ph type="subTitle" idx="4"/>
          </p:nvPr>
        </p:nvSpPr>
        <p:spPr>
          <a:xfrm>
            <a:off x="1803800" y="2048488"/>
            <a:ext cx="23403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80" name="Google Shape;180;p5"/>
          <p:cNvGrpSpPr/>
          <p:nvPr/>
        </p:nvGrpSpPr>
        <p:grpSpPr>
          <a:xfrm>
            <a:off x="7579113" y="-890399"/>
            <a:ext cx="2898275" cy="3032950"/>
            <a:chOff x="7198113" y="-890399"/>
            <a:chExt cx="2898275" cy="3032950"/>
          </a:xfrm>
        </p:grpSpPr>
        <p:pic>
          <p:nvPicPr>
            <p:cNvPr id="181" name="Google Shape;181;p5"/>
            <p:cNvPicPr preferRelativeResize="0"/>
            <p:nvPr/>
          </p:nvPicPr>
          <p:blipFill rotWithShape="1">
            <a:blip r:embed="rId2">
              <a:alphaModFix/>
            </a:blip>
            <a:srcRect l="16960" t="24718" r="7121" b="26177"/>
            <a:stretch/>
          </p:blipFill>
          <p:spPr>
            <a:xfrm rot="-5400000">
              <a:off x="7130775" y="-823062"/>
              <a:ext cx="3032950" cy="2898275"/>
            </a:xfrm>
            <a:prstGeom prst="rect">
              <a:avLst/>
            </a:prstGeom>
            <a:noFill/>
            <a:ln>
              <a:noFill/>
            </a:ln>
          </p:spPr>
        </p:pic>
        <p:grpSp>
          <p:nvGrpSpPr>
            <p:cNvPr id="182" name="Google Shape;182;p5"/>
            <p:cNvGrpSpPr/>
            <p:nvPr/>
          </p:nvGrpSpPr>
          <p:grpSpPr>
            <a:xfrm>
              <a:off x="8319318" y="-249682"/>
              <a:ext cx="1460040" cy="1171886"/>
              <a:chOff x="7945225" y="4302000"/>
              <a:chExt cx="904666" cy="726121"/>
            </a:xfrm>
          </p:grpSpPr>
          <p:sp>
            <p:nvSpPr>
              <p:cNvPr id="183" name="Google Shape;183;p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6" name="Google Shape;186;p5"/>
          <p:cNvGrpSpPr/>
          <p:nvPr/>
        </p:nvGrpSpPr>
        <p:grpSpPr>
          <a:xfrm>
            <a:off x="-613920" y="3693606"/>
            <a:ext cx="2048057" cy="2238804"/>
            <a:chOff x="-461520" y="3617406"/>
            <a:chExt cx="2048057" cy="2238804"/>
          </a:xfrm>
        </p:grpSpPr>
        <p:grpSp>
          <p:nvGrpSpPr>
            <p:cNvPr id="187" name="Google Shape;187;p5"/>
            <p:cNvGrpSpPr/>
            <p:nvPr/>
          </p:nvGrpSpPr>
          <p:grpSpPr>
            <a:xfrm>
              <a:off x="-461520" y="3617406"/>
              <a:ext cx="1916534" cy="2238804"/>
              <a:chOff x="-461520" y="3617406"/>
              <a:chExt cx="1916534" cy="2238804"/>
            </a:xfrm>
          </p:grpSpPr>
          <p:grpSp>
            <p:nvGrpSpPr>
              <p:cNvPr id="188" name="Google Shape;188;p5"/>
              <p:cNvGrpSpPr/>
              <p:nvPr/>
            </p:nvGrpSpPr>
            <p:grpSpPr>
              <a:xfrm flipH="1">
                <a:off x="-461520" y="4010132"/>
                <a:ext cx="1916534" cy="1538287"/>
                <a:chOff x="7945225" y="4302000"/>
                <a:chExt cx="904666" cy="726121"/>
              </a:xfrm>
            </p:grpSpPr>
            <p:sp>
              <p:nvSpPr>
                <p:cNvPr id="189" name="Google Shape;189;p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5"/>
              <p:cNvGrpSpPr/>
              <p:nvPr/>
            </p:nvGrpSpPr>
            <p:grpSpPr>
              <a:xfrm>
                <a:off x="-309885" y="3617406"/>
                <a:ext cx="1448824" cy="2238804"/>
                <a:chOff x="-309885" y="3617406"/>
                <a:chExt cx="1448824" cy="2238804"/>
              </a:xfrm>
            </p:grpSpPr>
            <p:grpSp>
              <p:nvGrpSpPr>
                <p:cNvPr id="193" name="Google Shape;193;p5"/>
                <p:cNvGrpSpPr/>
                <p:nvPr/>
              </p:nvGrpSpPr>
              <p:grpSpPr>
                <a:xfrm>
                  <a:off x="-277007" y="3870159"/>
                  <a:ext cx="981772" cy="1986051"/>
                  <a:chOff x="-293545" y="3454371"/>
                  <a:chExt cx="981772" cy="1986051"/>
                </a:xfrm>
              </p:grpSpPr>
              <p:sp>
                <p:nvSpPr>
                  <p:cNvPr id="194" name="Google Shape;194;p5"/>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 name="Google Shape;196;p5"/>
                <p:cNvGrpSpPr/>
                <p:nvPr/>
              </p:nvGrpSpPr>
              <p:grpSpPr>
                <a:xfrm>
                  <a:off x="363249" y="4906873"/>
                  <a:ext cx="699940" cy="478601"/>
                  <a:chOff x="39722" y="4349021"/>
                  <a:chExt cx="1061964" cy="726143"/>
                </a:xfrm>
              </p:grpSpPr>
              <p:grpSp>
                <p:nvGrpSpPr>
                  <p:cNvPr id="197" name="Google Shape;197;p5"/>
                  <p:cNvGrpSpPr/>
                  <p:nvPr/>
                </p:nvGrpSpPr>
                <p:grpSpPr>
                  <a:xfrm rot="2700000">
                    <a:off x="140502" y="4460924"/>
                    <a:ext cx="524584" cy="502337"/>
                    <a:chOff x="1189791" y="-1767331"/>
                    <a:chExt cx="904284" cy="865933"/>
                  </a:xfrm>
                </p:grpSpPr>
                <p:sp>
                  <p:nvSpPr>
                    <p:cNvPr id="198" name="Google Shape;198;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 name="Google Shape;199;p5"/>
                    <p:cNvGrpSpPr/>
                    <p:nvPr/>
                  </p:nvGrpSpPr>
                  <p:grpSpPr>
                    <a:xfrm>
                      <a:off x="1232795" y="-1740829"/>
                      <a:ext cx="717621" cy="717392"/>
                      <a:chOff x="1483457" y="3953671"/>
                      <a:chExt cx="717621" cy="717392"/>
                    </a:xfrm>
                  </p:grpSpPr>
                  <p:sp>
                    <p:nvSpPr>
                      <p:cNvPr id="200" name="Google Shape;200;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5" name="Google Shape;205;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 name="Google Shape;206;p5"/>
                <p:cNvGrpSpPr/>
                <p:nvPr/>
              </p:nvGrpSpPr>
              <p:grpSpPr>
                <a:xfrm rot="-5400000">
                  <a:off x="-461873" y="3769393"/>
                  <a:ext cx="1351491" cy="1047516"/>
                  <a:chOff x="-2460210" y="2758493"/>
                  <a:chExt cx="1351491" cy="1047516"/>
                </a:xfrm>
              </p:grpSpPr>
              <p:sp>
                <p:nvSpPr>
                  <p:cNvPr id="207" name="Google Shape;207;p5"/>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5"/>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5"/>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 name="Google Shape;211;p5"/>
                <p:cNvGrpSpPr/>
                <p:nvPr/>
              </p:nvGrpSpPr>
              <p:grpSpPr>
                <a:xfrm>
                  <a:off x="438999" y="4567398"/>
                  <a:ext cx="699940" cy="478601"/>
                  <a:chOff x="39722" y="4349021"/>
                  <a:chExt cx="1061964" cy="726143"/>
                </a:xfrm>
              </p:grpSpPr>
              <p:grpSp>
                <p:nvGrpSpPr>
                  <p:cNvPr id="212" name="Google Shape;212;p5"/>
                  <p:cNvGrpSpPr/>
                  <p:nvPr/>
                </p:nvGrpSpPr>
                <p:grpSpPr>
                  <a:xfrm rot="2700000">
                    <a:off x="140502" y="4460924"/>
                    <a:ext cx="524584" cy="502337"/>
                    <a:chOff x="1189791" y="-1767331"/>
                    <a:chExt cx="904284" cy="865933"/>
                  </a:xfrm>
                </p:grpSpPr>
                <p:sp>
                  <p:nvSpPr>
                    <p:cNvPr id="213" name="Google Shape;213;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4" name="Google Shape;214;p5"/>
                    <p:cNvGrpSpPr/>
                    <p:nvPr/>
                  </p:nvGrpSpPr>
                  <p:grpSpPr>
                    <a:xfrm>
                      <a:off x="1232795" y="-1740829"/>
                      <a:ext cx="717621" cy="717392"/>
                      <a:chOff x="1483457" y="3953671"/>
                      <a:chExt cx="717621" cy="717392"/>
                    </a:xfrm>
                  </p:grpSpPr>
                  <p:sp>
                    <p:nvSpPr>
                      <p:cNvPr id="215" name="Google Shape;215;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0" name="Google Shape;220;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 name="Google Shape;221;p5"/>
                <p:cNvGrpSpPr/>
                <p:nvPr/>
              </p:nvGrpSpPr>
              <p:grpSpPr>
                <a:xfrm>
                  <a:off x="-65076" y="4623886"/>
                  <a:ext cx="699940" cy="478601"/>
                  <a:chOff x="39722" y="4349021"/>
                  <a:chExt cx="1061964" cy="726143"/>
                </a:xfrm>
              </p:grpSpPr>
              <p:grpSp>
                <p:nvGrpSpPr>
                  <p:cNvPr id="222" name="Google Shape;222;p5"/>
                  <p:cNvGrpSpPr/>
                  <p:nvPr/>
                </p:nvGrpSpPr>
                <p:grpSpPr>
                  <a:xfrm rot="2700000">
                    <a:off x="140502" y="4460924"/>
                    <a:ext cx="524584" cy="502337"/>
                    <a:chOff x="1189791" y="-1767331"/>
                    <a:chExt cx="904284" cy="865933"/>
                  </a:xfrm>
                </p:grpSpPr>
                <p:sp>
                  <p:nvSpPr>
                    <p:cNvPr id="223" name="Google Shape;223;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5"/>
                    <p:cNvGrpSpPr/>
                    <p:nvPr/>
                  </p:nvGrpSpPr>
                  <p:grpSpPr>
                    <a:xfrm>
                      <a:off x="1232795" y="-1740829"/>
                      <a:ext cx="717621" cy="717392"/>
                      <a:chOff x="1483457" y="3953671"/>
                      <a:chExt cx="717621" cy="717392"/>
                    </a:xfrm>
                  </p:grpSpPr>
                  <p:sp>
                    <p:nvSpPr>
                      <p:cNvPr id="225" name="Google Shape;225;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30" name="Google Shape;230;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31" name="Google Shape;231;p5"/>
            <p:cNvGrpSpPr/>
            <p:nvPr/>
          </p:nvGrpSpPr>
          <p:grpSpPr>
            <a:xfrm rot="5400000">
              <a:off x="1147388" y="4839000"/>
              <a:ext cx="439200" cy="439100"/>
              <a:chOff x="1101075" y="2142375"/>
              <a:chExt cx="439200" cy="439100"/>
            </a:xfrm>
          </p:grpSpPr>
          <p:sp>
            <p:nvSpPr>
              <p:cNvPr id="232" name="Google Shape;232;p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4" name="Google Shape;234;p5"/>
          <p:cNvGrpSpPr/>
          <p:nvPr/>
        </p:nvGrpSpPr>
        <p:grpSpPr>
          <a:xfrm>
            <a:off x="-2352525" y="-402069"/>
            <a:ext cx="5307515" cy="2438355"/>
            <a:chOff x="-2276325" y="-249669"/>
            <a:chExt cx="5307515" cy="2438355"/>
          </a:xfrm>
        </p:grpSpPr>
        <p:grpSp>
          <p:nvGrpSpPr>
            <p:cNvPr id="235" name="Google Shape;235;p5"/>
            <p:cNvGrpSpPr/>
            <p:nvPr/>
          </p:nvGrpSpPr>
          <p:grpSpPr>
            <a:xfrm rot="10800000">
              <a:off x="-1297788" y="-249669"/>
              <a:ext cx="2601921" cy="2438355"/>
              <a:chOff x="7340128" y="2866613"/>
              <a:chExt cx="2439225" cy="2438355"/>
            </a:xfrm>
          </p:grpSpPr>
          <p:sp>
            <p:nvSpPr>
              <p:cNvPr id="236" name="Google Shape;236;p5"/>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5"/>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 name="Google Shape;238;p5"/>
            <p:cNvSpPr/>
            <p:nvPr/>
          </p:nvSpPr>
          <p:spPr>
            <a:xfrm rot="-5400000">
              <a:off x="1755111" y="-89601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9" name="Google Shape;239;p5"/>
            <p:cNvGrpSpPr/>
            <p:nvPr/>
          </p:nvGrpSpPr>
          <p:grpSpPr>
            <a:xfrm>
              <a:off x="-2276325" y="245976"/>
              <a:ext cx="4558967" cy="134100"/>
              <a:chOff x="796100" y="3019701"/>
              <a:chExt cx="4558967" cy="134100"/>
            </a:xfrm>
          </p:grpSpPr>
          <p:sp>
            <p:nvSpPr>
              <p:cNvPr id="240" name="Google Shape;240;p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1" name="Google Shape;241;p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42" name="Google Shape;242;p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3" name="Google Shape;243;p5"/>
          <p:cNvGrpSpPr/>
          <p:nvPr/>
        </p:nvGrpSpPr>
        <p:grpSpPr>
          <a:xfrm>
            <a:off x="6795100" y="3095213"/>
            <a:ext cx="4558967" cy="2438355"/>
            <a:chOff x="6490300" y="2866613"/>
            <a:chExt cx="4558967" cy="2438355"/>
          </a:xfrm>
        </p:grpSpPr>
        <p:grpSp>
          <p:nvGrpSpPr>
            <p:cNvPr id="244" name="Google Shape;244;p5"/>
            <p:cNvGrpSpPr/>
            <p:nvPr/>
          </p:nvGrpSpPr>
          <p:grpSpPr>
            <a:xfrm>
              <a:off x="7340128" y="2866613"/>
              <a:ext cx="2439225" cy="2438355"/>
              <a:chOff x="7340128" y="2866613"/>
              <a:chExt cx="2439225" cy="2438355"/>
            </a:xfrm>
          </p:grpSpPr>
          <p:sp>
            <p:nvSpPr>
              <p:cNvPr id="245" name="Google Shape;245;p5"/>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5"/>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 name="Google Shape;247;p5"/>
            <p:cNvGrpSpPr/>
            <p:nvPr/>
          </p:nvGrpSpPr>
          <p:grpSpPr>
            <a:xfrm rot="10800000">
              <a:off x="6490300" y="4774026"/>
              <a:ext cx="4558967" cy="134100"/>
              <a:chOff x="796100" y="3019701"/>
              <a:chExt cx="4558967" cy="134100"/>
            </a:xfrm>
          </p:grpSpPr>
          <p:sp>
            <p:nvSpPr>
              <p:cNvPr id="248" name="Google Shape;248;p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9" name="Google Shape;249;p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50" name="Google Shape;250;p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5"/>
        <p:cNvGrpSpPr/>
        <p:nvPr/>
      </p:nvGrpSpPr>
      <p:grpSpPr>
        <a:xfrm>
          <a:off x="0" y="0"/>
          <a:ext cx="0" cy="0"/>
          <a:chOff x="0" y="0"/>
          <a:chExt cx="0" cy="0"/>
        </a:xfrm>
      </p:grpSpPr>
      <p:sp>
        <p:nvSpPr>
          <p:cNvPr id="376" name="Google Shape;376;p9"/>
          <p:cNvSpPr txBox="1">
            <a:spLocks noGrp="1"/>
          </p:cNvSpPr>
          <p:nvPr>
            <p:ph type="title"/>
          </p:nvPr>
        </p:nvSpPr>
        <p:spPr>
          <a:xfrm>
            <a:off x="720000" y="479750"/>
            <a:ext cx="3145200" cy="18435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77" name="Google Shape;377;p9"/>
          <p:cNvSpPr txBox="1">
            <a:spLocks noGrp="1"/>
          </p:cNvSpPr>
          <p:nvPr>
            <p:ph type="subTitle" idx="1"/>
          </p:nvPr>
        </p:nvSpPr>
        <p:spPr>
          <a:xfrm>
            <a:off x="720000" y="2359400"/>
            <a:ext cx="3145200" cy="2249400"/>
          </a:xfrm>
          <a:prstGeom prst="rect">
            <a:avLst/>
          </a:prstGeom>
        </p:spPr>
        <p:txBody>
          <a:bodyPr spcFirstLastPara="1" wrap="square" lIns="91425" tIns="91425" rIns="91425" bIns="91425" anchor="t" anchorCtr="0">
            <a:noAutofit/>
          </a:bodyPr>
          <a:lstStyle>
            <a:lvl1pPr lvl="0" rtl="0">
              <a:spcBef>
                <a:spcPts val="0"/>
              </a:spcBef>
              <a:spcAft>
                <a:spcPts val="0"/>
              </a:spcAft>
              <a:buSzPts val="800"/>
              <a:buFont typeface="Open Sans"/>
              <a:buChar char="●"/>
              <a:defRPr/>
            </a:lvl1pPr>
            <a:lvl2pPr lvl="1" algn="ctr" rtl="0">
              <a:lnSpc>
                <a:spcPct val="100000"/>
              </a:lnSpc>
              <a:spcBef>
                <a:spcPts val="0"/>
              </a:spcBef>
              <a:spcAft>
                <a:spcPts val="0"/>
              </a:spcAft>
              <a:buSzPts val="800"/>
              <a:buFont typeface="Open Sans"/>
              <a:buChar char="○"/>
              <a:defRPr/>
            </a:lvl2pPr>
            <a:lvl3pPr lvl="2" algn="ctr" rtl="0">
              <a:lnSpc>
                <a:spcPct val="100000"/>
              </a:lnSpc>
              <a:spcBef>
                <a:spcPts val="0"/>
              </a:spcBef>
              <a:spcAft>
                <a:spcPts val="0"/>
              </a:spcAft>
              <a:buSzPts val="800"/>
              <a:buFont typeface="Open Sans"/>
              <a:buChar char="■"/>
              <a:defRPr/>
            </a:lvl3pPr>
            <a:lvl4pPr lvl="3" algn="ctr" rtl="0">
              <a:lnSpc>
                <a:spcPct val="100000"/>
              </a:lnSpc>
              <a:spcBef>
                <a:spcPts val="0"/>
              </a:spcBef>
              <a:spcAft>
                <a:spcPts val="0"/>
              </a:spcAft>
              <a:buSzPts val="800"/>
              <a:buFont typeface="Open Sans"/>
              <a:buChar char="●"/>
              <a:defRPr/>
            </a:lvl4pPr>
            <a:lvl5pPr lvl="4" algn="ctr" rtl="0">
              <a:lnSpc>
                <a:spcPct val="100000"/>
              </a:lnSpc>
              <a:spcBef>
                <a:spcPts val="0"/>
              </a:spcBef>
              <a:spcAft>
                <a:spcPts val="0"/>
              </a:spcAft>
              <a:buSzPts val="1200"/>
              <a:buFont typeface="Open Sans"/>
              <a:buChar char="○"/>
              <a:defRPr/>
            </a:lvl5pPr>
            <a:lvl6pPr lvl="5" algn="ctr" rtl="0">
              <a:lnSpc>
                <a:spcPct val="100000"/>
              </a:lnSpc>
              <a:spcBef>
                <a:spcPts val="0"/>
              </a:spcBef>
              <a:spcAft>
                <a:spcPts val="0"/>
              </a:spcAft>
              <a:buSzPts val="1200"/>
              <a:buFont typeface="Open Sans"/>
              <a:buChar char="■"/>
              <a:defRPr/>
            </a:lvl6pPr>
            <a:lvl7pPr lvl="6" algn="ctr" rtl="0">
              <a:lnSpc>
                <a:spcPct val="100000"/>
              </a:lnSpc>
              <a:spcBef>
                <a:spcPts val="0"/>
              </a:spcBef>
              <a:spcAft>
                <a:spcPts val="0"/>
              </a:spcAft>
              <a:buSzPts val="700"/>
              <a:buFont typeface="Open Sans"/>
              <a:buChar char="●"/>
              <a:defRPr/>
            </a:lvl7pPr>
            <a:lvl8pPr lvl="7" algn="ctr" rtl="0">
              <a:lnSpc>
                <a:spcPct val="100000"/>
              </a:lnSpc>
              <a:spcBef>
                <a:spcPts val="0"/>
              </a:spcBef>
              <a:spcAft>
                <a:spcPts val="0"/>
              </a:spcAft>
              <a:buSzPts val="700"/>
              <a:buFont typeface="Open Sans"/>
              <a:buChar char="○"/>
              <a:defRPr/>
            </a:lvl8pPr>
            <a:lvl9pPr lvl="8" algn="ctr" rtl="0">
              <a:lnSpc>
                <a:spcPct val="100000"/>
              </a:lnSpc>
              <a:spcBef>
                <a:spcPts val="0"/>
              </a:spcBef>
              <a:spcAft>
                <a:spcPts val="0"/>
              </a:spcAft>
              <a:buSzPts val="600"/>
              <a:buFont typeface="Open Sans"/>
              <a:buChar char="■"/>
              <a:defRPr/>
            </a:lvl9pPr>
          </a:lstStyle>
          <a:p>
            <a:endParaRPr/>
          </a:p>
        </p:txBody>
      </p:sp>
      <p:sp>
        <p:nvSpPr>
          <p:cNvPr id="378" name="Google Shape;378;p9"/>
          <p:cNvSpPr>
            <a:spLocks noGrp="1"/>
          </p:cNvSpPr>
          <p:nvPr>
            <p:ph type="pic" idx="2"/>
          </p:nvPr>
        </p:nvSpPr>
        <p:spPr>
          <a:xfrm>
            <a:off x="4135800" y="539500"/>
            <a:ext cx="4295100" cy="4069200"/>
          </a:xfrm>
          <a:prstGeom prst="snip1Rect">
            <a:avLst>
              <a:gd name="adj" fmla="val 16667"/>
            </a:avLst>
          </a:prstGeom>
          <a:noFill/>
          <a:ln>
            <a:noFill/>
          </a:ln>
        </p:spPr>
      </p:sp>
      <p:grpSp>
        <p:nvGrpSpPr>
          <p:cNvPr id="379" name="Google Shape;379;p9"/>
          <p:cNvGrpSpPr/>
          <p:nvPr/>
        </p:nvGrpSpPr>
        <p:grpSpPr>
          <a:xfrm>
            <a:off x="-2393465" y="-1635538"/>
            <a:ext cx="4710415" cy="5344655"/>
            <a:chOff x="-2317265" y="-1559338"/>
            <a:chExt cx="4710415" cy="5344655"/>
          </a:xfrm>
        </p:grpSpPr>
        <p:pic>
          <p:nvPicPr>
            <p:cNvPr id="380" name="Google Shape;380;p9"/>
            <p:cNvPicPr preferRelativeResize="0"/>
            <p:nvPr/>
          </p:nvPicPr>
          <p:blipFill rotWithShape="1">
            <a:blip r:embed="rId2">
              <a:alphaModFix/>
            </a:blip>
            <a:srcRect l="16960" t="24718" r="7121" b="26177"/>
            <a:stretch/>
          </p:blipFill>
          <p:spPr>
            <a:xfrm>
              <a:off x="-2317265" y="-1559338"/>
              <a:ext cx="3920501" cy="2992224"/>
            </a:xfrm>
            <a:prstGeom prst="rect">
              <a:avLst/>
            </a:prstGeom>
            <a:noFill/>
            <a:ln>
              <a:noFill/>
            </a:ln>
          </p:spPr>
        </p:pic>
        <p:grpSp>
          <p:nvGrpSpPr>
            <p:cNvPr id="381" name="Google Shape;381;p9"/>
            <p:cNvGrpSpPr/>
            <p:nvPr/>
          </p:nvGrpSpPr>
          <p:grpSpPr>
            <a:xfrm>
              <a:off x="-1322674" y="-1333888"/>
              <a:ext cx="3153315" cy="5119205"/>
              <a:chOff x="6643701" y="816087"/>
              <a:chExt cx="3153315" cy="5119205"/>
            </a:xfrm>
          </p:grpSpPr>
          <p:sp>
            <p:nvSpPr>
              <p:cNvPr id="382" name="Google Shape;382;p9"/>
              <p:cNvSpPr/>
              <p:nvPr/>
            </p:nvSpPr>
            <p:spPr>
              <a:xfrm>
                <a:off x="6643701" y="816087"/>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3" name="Google Shape;383;p9"/>
              <p:cNvGrpSpPr/>
              <p:nvPr/>
            </p:nvGrpSpPr>
            <p:grpSpPr>
              <a:xfrm>
                <a:off x="8671986" y="2443197"/>
                <a:ext cx="134004" cy="134004"/>
                <a:chOff x="8356813" y="1074288"/>
                <a:chExt cx="351900" cy="351900"/>
              </a:xfrm>
            </p:grpSpPr>
            <p:sp>
              <p:nvSpPr>
                <p:cNvPr id="384" name="Google Shape;384;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6" name="Google Shape;386;p9"/>
              <p:cNvGrpSpPr/>
              <p:nvPr/>
            </p:nvGrpSpPr>
            <p:grpSpPr>
              <a:xfrm>
                <a:off x="7678536" y="3129397"/>
                <a:ext cx="134004" cy="134004"/>
                <a:chOff x="8356813" y="1074288"/>
                <a:chExt cx="351900" cy="351900"/>
              </a:xfrm>
            </p:grpSpPr>
            <p:sp>
              <p:nvSpPr>
                <p:cNvPr id="387" name="Google Shape;387;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9" name="Google Shape;389;p9"/>
              <p:cNvGrpSpPr/>
              <p:nvPr/>
            </p:nvGrpSpPr>
            <p:grpSpPr>
              <a:xfrm>
                <a:off x="8062611" y="3503222"/>
                <a:ext cx="134004" cy="134004"/>
                <a:chOff x="8356813" y="1074288"/>
                <a:chExt cx="351900" cy="351900"/>
              </a:xfrm>
            </p:grpSpPr>
            <p:sp>
              <p:nvSpPr>
                <p:cNvPr id="390" name="Google Shape;390;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2" name="Google Shape;392;p9"/>
            <p:cNvGrpSpPr/>
            <p:nvPr/>
          </p:nvGrpSpPr>
          <p:grpSpPr>
            <a:xfrm>
              <a:off x="121568" y="-846844"/>
              <a:ext cx="88151" cy="2151709"/>
              <a:chOff x="3054755" y="4367024"/>
              <a:chExt cx="88142" cy="1137387"/>
            </a:xfrm>
          </p:grpSpPr>
          <p:sp>
            <p:nvSpPr>
              <p:cNvPr id="393" name="Google Shape;393;p9"/>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9"/>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 name="Google Shape;395;p9"/>
            <p:cNvGrpSpPr/>
            <p:nvPr/>
          </p:nvGrpSpPr>
          <p:grpSpPr>
            <a:xfrm>
              <a:off x="361243" y="-718832"/>
              <a:ext cx="88151" cy="2151709"/>
              <a:chOff x="3054755" y="4367024"/>
              <a:chExt cx="88142" cy="1137387"/>
            </a:xfrm>
          </p:grpSpPr>
          <p:sp>
            <p:nvSpPr>
              <p:cNvPr id="396" name="Google Shape;396;p9"/>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9"/>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8" name="Google Shape;398;p9"/>
            <p:cNvSpPr/>
            <p:nvPr/>
          </p:nvSpPr>
          <p:spPr>
            <a:xfrm rot="5400000">
              <a:off x="501466" y="-1277128"/>
              <a:ext cx="1031181" cy="275218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9" name="Google Shape;399;p9"/>
            <p:cNvGrpSpPr/>
            <p:nvPr/>
          </p:nvGrpSpPr>
          <p:grpSpPr>
            <a:xfrm>
              <a:off x="-175967" y="337269"/>
              <a:ext cx="480890" cy="481200"/>
              <a:chOff x="959750" y="3039275"/>
              <a:chExt cx="582050" cy="582425"/>
            </a:xfrm>
          </p:grpSpPr>
          <p:sp>
            <p:nvSpPr>
              <p:cNvPr id="400" name="Google Shape;400;p9"/>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9"/>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9"/>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9"/>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9"/>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9"/>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9"/>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7" name="Google Shape;407;p9"/>
          <p:cNvGrpSpPr/>
          <p:nvPr/>
        </p:nvGrpSpPr>
        <p:grpSpPr>
          <a:xfrm>
            <a:off x="6719910" y="2898312"/>
            <a:ext cx="3920501" cy="3213899"/>
            <a:chOff x="6643710" y="2822113"/>
            <a:chExt cx="3920501" cy="3213899"/>
          </a:xfrm>
        </p:grpSpPr>
        <p:sp>
          <p:nvSpPr>
            <p:cNvPr id="408" name="Google Shape;408;p9"/>
            <p:cNvSpPr/>
            <p:nvPr/>
          </p:nvSpPr>
          <p:spPr>
            <a:xfrm>
              <a:off x="8764950" y="2822113"/>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9" name="Google Shape;409;p9"/>
            <p:cNvPicPr preferRelativeResize="0"/>
            <p:nvPr/>
          </p:nvPicPr>
          <p:blipFill rotWithShape="1">
            <a:blip r:embed="rId2">
              <a:alphaModFix/>
            </a:blip>
            <a:srcRect l="16960" t="24718" r="7121" b="26177"/>
            <a:stretch/>
          </p:blipFill>
          <p:spPr>
            <a:xfrm>
              <a:off x="6643710" y="3043787"/>
              <a:ext cx="3920501" cy="2992224"/>
            </a:xfrm>
            <a:prstGeom prst="rect">
              <a:avLst/>
            </a:prstGeom>
            <a:noFill/>
            <a:ln>
              <a:noFill/>
            </a:ln>
          </p:spPr>
        </p:pic>
        <p:grpSp>
          <p:nvGrpSpPr>
            <p:cNvPr id="410" name="Google Shape;410;p9"/>
            <p:cNvGrpSpPr/>
            <p:nvPr/>
          </p:nvGrpSpPr>
          <p:grpSpPr>
            <a:xfrm>
              <a:off x="8671987" y="3471620"/>
              <a:ext cx="699928" cy="1651024"/>
              <a:chOff x="8337812" y="3492483"/>
              <a:chExt cx="699928" cy="1651024"/>
            </a:xfrm>
          </p:grpSpPr>
          <p:sp>
            <p:nvSpPr>
              <p:cNvPr id="411" name="Google Shape;411;p9"/>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9"/>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9"/>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9"/>
            <p:cNvGrpSpPr/>
            <p:nvPr/>
          </p:nvGrpSpPr>
          <p:grpSpPr>
            <a:xfrm>
              <a:off x="8279400" y="4281138"/>
              <a:ext cx="904666" cy="726121"/>
              <a:chOff x="7945225" y="4302000"/>
              <a:chExt cx="904666" cy="726121"/>
            </a:xfrm>
          </p:grpSpPr>
          <p:sp>
            <p:nvSpPr>
              <p:cNvPr id="415" name="Google Shape;415;p9"/>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9"/>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9"/>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8" name="Google Shape;418;p9"/>
            <p:cNvSpPr/>
            <p:nvPr/>
          </p:nvSpPr>
          <p:spPr>
            <a:xfrm rot="10800000">
              <a:off x="7869624" y="292026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9"/>
            <p:cNvSpPr/>
            <p:nvPr/>
          </p:nvSpPr>
          <p:spPr>
            <a:xfrm rot="10800000">
              <a:off x="8028970" y="292088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 name="Google Shape;420;p9"/>
          <p:cNvGrpSpPr/>
          <p:nvPr/>
        </p:nvGrpSpPr>
        <p:grpSpPr>
          <a:xfrm>
            <a:off x="-1953175" y="4816451"/>
            <a:ext cx="4558967" cy="134100"/>
            <a:chOff x="796100" y="3019701"/>
            <a:chExt cx="4558967" cy="134100"/>
          </a:xfrm>
        </p:grpSpPr>
        <p:sp>
          <p:nvSpPr>
            <p:cNvPr id="421" name="Google Shape;421;p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22" name="Google Shape;422;p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423" name="Google Shape;423;p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27"/>
        <p:cNvGrpSpPr/>
        <p:nvPr/>
      </p:nvGrpSpPr>
      <p:grpSpPr>
        <a:xfrm>
          <a:off x="0" y="0"/>
          <a:ext cx="0" cy="0"/>
          <a:chOff x="0" y="0"/>
          <a:chExt cx="0" cy="0"/>
        </a:xfrm>
      </p:grpSpPr>
      <p:sp>
        <p:nvSpPr>
          <p:cNvPr id="428" name="Google Shape;428;p11"/>
          <p:cNvSpPr txBox="1">
            <a:spLocks noGrp="1"/>
          </p:cNvSpPr>
          <p:nvPr>
            <p:ph type="title" hasCustomPrompt="1"/>
          </p:nvPr>
        </p:nvSpPr>
        <p:spPr>
          <a:xfrm>
            <a:off x="713225" y="1766475"/>
            <a:ext cx="6576000" cy="1036200"/>
          </a:xfrm>
          <a:prstGeom prst="rect">
            <a:avLst/>
          </a:prstGeom>
        </p:spPr>
        <p:txBody>
          <a:bodyPr spcFirstLastPara="1" wrap="square" lIns="91425" tIns="91425" rIns="91425" bIns="91425" anchor="b" anchorCtr="0">
            <a:noAutofit/>
          </a:bodyPr>
          <a:lstStyle>
            <a:lvl1pPr lvl="0">
              <a:spcBef>
                <a:spcPts val="0"/>
              </a:spcBef>
              <a:spcAft>
                <a:spcPts val="0"/>
              </a:spcAft>
              <a:buSzPts val="9600"/>
              <a:buFont typeface="Poppins"/>
              <a:buNone/>
              <a:defRPr sz="6000">
                <a:latin typeface="Poppins"/>
                <a:ea typeface="Poppins"/>
                <a:cs typeface="Poppins"/>
                <a:sym typeface="Poppins"/>
              </a:defRPr>
            </a:lvl1pPr>
            <a:lvl2pPr lvl="1" algn="ctr">
              <a:spcBef>
                <a:spcPts val="0"/>
              </a:spcBef>
              <a:spcAft>
                <a:spcPts val="0"/>
              </a:spcAft>
              <a:buSzPts val="9600"/>
              <a:buFont typeface="Poppins"/>
              <a:buNone/>
              <a:defRPr sz="9600">
                <a:latin typeface="Poppins"/>
                <a:ea typeface="Poppins"/>
                <a:cs typeface="Poppins"/>
                <a:sym typeface="Poppins"/>
              </a:defRPr>
            </a:lvl2pPr>
            <a:lvl3pPr lvl="2" algn="ctr">
              <a:spcBef>
                <a:spcPts val="0"/>
              </a:spcBef>
              <a:spcAft>
                <a:spcPts val="0"/>
              </a:spcAft>
              <a:buSzPts val="9600"/>
              <a:buFont typeface="Poppins"/>
              <a:buNone/>
              <a:defRPr sz="9600">
                <a:latin typeface="Poppins"/>
                <a:ea typeface="Poppins"/>
                <a:cs typeface="Poppins"/>
                <a:sym typeface="Poppins"/>
              </a:defRPr>
            </a:lvl3pPr>
            <a:lvl4pPr lvl="3" algn="ctr">
              <a:spcBef>
                <a:spcPts val="0"/>
              </a:spcBef>
              <a:spcAft>
                <a:spcPts val="0"/>
              </a:spcAft>
              <a:buSzPts val="9600"/>
              <a:buFont typeface="Poppins"/>
              <a:buNone/>
              <a:defRPr sz="9600">
                <a:latin typeface="Poppins"/>
                <a:ea typeface="Poppins"/>
                <a:cs typeface="Poppins"/>
                <a:sym typeface="Poppins"/>
              </a:defRPr>
            </a:lvl4pPr>
            <a:lvl5pPr lvl="4" algn="ctr">
              <a:spcBef>
                <a:spcPts val="0"/>
              </a:spcBef>
              <a:spcAft>
                <a:spcPts val="0"/>
              </a:spcAft>
              <a:buSzPts val="9600"/>
              <a:buFont typeface="Poppins"/>
              <a:buNone/>
              <a:defRPr sz="9600">
                <a:latin typeface="Poppins"/>
                <a:ea typeface="Poppins"/>
                <a:cs typeface="Poppins"/>
                <a:sym typeface="Poppins"/>
              </a:defRPr>
            </a:lvl5pPr>
            <a:lvl6pPr lvl="5" algn="ctr">
              <a:spcBef>
                <a:spcPts val="0"/>
              </a:spcBef>
              <a:spcAft>
                <a:spcPts val="0"/>
              </a:spcAft>
              <a:buSzPts val="9600"/>
              <a:buFont typeface="Poppins"/>
              <a:buNone/>
              <a:defRPr sz="9600">
                <a:latin typeface="Poppins"/>
                <a:ea typeface="Poppins"/>
                <a:cs typeface="Poppins"/>
                <a:sym typeface="Poppins"/>
              </a:defRPr>
            </a:lvl6pPr>
            <a:lvl7pPr lvl="6" algn="ctr">
              <a:spcBef>
                <a:spcPts val="0"/>
              </a:spcBef>
              <a:spcAft>
                <a:spcPts val="0"/>
              </a:spcAft>
              <a:buSzPts val="9600"/>
              <a:buFont typeface="Poppins"/>
              <a:buNone/>
              <a:defRPr sz="9600">
                <a:latin typeface="Poppins"/>
                <a:ea typeface="Poppins"/>
                <a:cs typeface="Poppins"/>
                <a:sym typeface="Poppins"/>
              </a:defRPr>
            </a:lvl7pPr>
            <a:lvl8pPr lvl="7" algn="ctr">
              <a:spcBef>
                <a:spcPts val="0"/>
              </a:spcBef>
              <a:spcAft>
                <a:spcPts val="0"/>
              </a:spcAft>
              <a:buSzPts val="9600"/>
              <a:buFont typeface="Poppins"/>
              <a:buNone/>
              <a:defRPr sz="9600">
                <a:latin typeface="Poppins"/>
                <a:ea typeface="Poppins"/>
                <a:cs typeface="Poppins"/>
                <a:sym typeface="Poppins"/>
              </a:defRPr>
            </a:lvl8pPr>
            <a:lvl9pPr lvl="8" algn="ctr">
              <a:spcBef>
                <a:spcPts val="0"/>
              </a:spcBef>
              <a:spcAft>
                <a:spcPts val="0"/>
              </a:spcAft>
              <a:buSzPts val="9600"/>
              <a:buFont typeface="Poppins"/>
              <a:buNone/>
              <a:defRPr sz="9600">
                <a:latin typeface="Poppins"/>
                <a:ea typeface="Poppins"/>
                <a:cs typeface="Poppins"/>
                <a:sym typeface="Poppins"/>
              </a:defRPr>
            </a:lvl9pPr>
          </a:lstStyle>
          <a:p>
            <a:r>
              <a:t>xx%</a:t>
            </a:r>
          </a:p>
        </p:txBody>
      </p:sp>
      <p:sp>
        <p:nvSpPr>
          <p:cNvPr id="429" name="Google Shape;429;p11"/>
          <p:cNvSpPr txBox="1">
            <a:spLocks noGrp="1"/>
          </p:cNvSpPr>
          <p:nvPr>
            <p:ph type="subTitle" idx="1"/>
          </p:nvPr>
        </p:nvSpPr>
        <p:spPr>
          <a:xfrm>
            <a:off x="713225" y="3118375"/>
            <a:ext cx="6576000" cy="49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430" name="Google Shape;430;p11"/>
          <p:cNvGrpSpPr/>
          <p:nvPr/>
        </p:nvGrpSpPr>
        <p:grpSpPr>
          <a:xfrm>
            <a:off x="-889904" y="4083136"/>
            <a:ext cx="4477057" cy="2336436"/>
            <a:chOff x="-889904" y="4006936"/>
            <a:chExt cx="4477057" cy="2336436"/>
          </a:xfrm>
        </p:grpSpPr>
        <p:grpSp>
          <p:nvGrpSpPr>
            <p:cNvPr id="431" name="Google Shape;431;p11"/>
            <p:cNvGrpSpPr/>
            <p:nvPr/>
          </p:nvGrpSpPr>
          <p:grpSpPr>
            <a:xfrm>
              <a:off x="-889904" y="4006936"/>
              <a:ext cx="4477057" cy="2336436"/>
              <a:chOff x="-900729" y="3974486"/>
              <a:chExt cx="4477057" cy="2336436"/>
            </a:xfrm>
          </p:grpSpPr>
          <p:sp>
            <p:nvSpPr>
              <p:cNvPr id="432" name="Google Shape;432;p11"/>
              <p:cNvSpPr/>
              <p:nvPr/>
            </p:nvSpPr>
            <p:spPr>
              <a:xfrm rot="-3600048">
                <a:off x="-675925" y="4363903"/>
                <a:ext cx="1798609" cy="1557602"/>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1"/>
              <p:cNvSpPr/>
              <p:nvPr/>
            </p:nvSpPr>
            <p:spPr>
              <a:xfrm rot="-5400000">
                <a:off x="891329" y="3148090"/>
                <a:ext cx="1793675" cy="3576323"/>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4" name="Google Shape;434;p11"/>
              <p:cNvGrpSpPr/>
              <p:nvPr/>
            </p:nvGrpSpPr>
            <p:grpSpPr>
              <a:xfrm>
                <a:off x="63440" y="4608566"/>
                <a:ext cx="496803" cy="497084"/>
                <a:chOff x="3678700" y="407275"/>
                <a:chExt cx="708100" cy="708500"/>
              </a:xfrm>
            </p:grpSpPr>
            <p:sp>
              <p:nvSpPr>
                <p:cNvPr id="435" name="Google Shape;435;p1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2" name="Google Shape;442;p11"/>
              <p:cNvGrpSpPr/>
              <p:nvPr/>
            </p:nvGrpSpPr>
            <p:grpSpPr>
              <a:xfrm>
                <a:off x="464815" y="4608566"/>
                <a:ext cx="496803" cy="497084"/>
                <a:chOff x="3678700" y="407275"/>
                <a:chExt cx="708100" cy="708500"/>
              </a:xfrm>
            </p:grpSpPr>
            <p:sp>
              <p:nvSpPr>
                <p:cNvPr id="443" name="Google Shape;443;p1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0" name="Google Shape;450;p11"/>
            <p:cNvGrpSpPr/>
            <p:nvPr/>
          </p:nvGrpSpPr>
          <p:grpSpPr>
            <a:xfrm rot="5400000">
              <a:off x="1017275" y="4934200"/>
              <a:ext cx="439200" cy="439100"/>
              <a:chOff x="1101075" y="2142375"/>
              <a:chExt cx="439200" cy="439100"/>
            </a:xfrm>
          </p:grpSpPr>
          <p:sp>
            <p:nvSpPr>
              <p:cNvPr id="451" name="Google Shape;451;p1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3" name="Google Shape;453;p11"/>
          <p:cNvGrpSpPr/>
          <p:nvPr/>
        </p:nvGrpSpPr>
        <p:grpSpPr>
          <a:xfrm>
            <a:off x="-2613417" y="-2882410"/>
            <a:ext cx="8164418" cy="6343459"/>
            <a:chOff x="-2613417" y="-2806210"/>
            <a:chExt cx="8164418" cy="6343459"/>
          </a:xfrm>
        </p:grpSpPr>
        <p:grpSp>
          <p:nvGrpSpPr>
            <p:cNvPr id="454" name="Google Shape;454;p11"/>
            <p:cNvGrpSpPr/>
            <p:nvPr/>
          </p:nvGrpSpPr>
          <p:grpSpPr>
            <a:xfrm>
              <a:off x="-191059" y="95963"/>
              <a:ext cx="1538562" cy="971589"/>
              <a:chOff x="-191059" y="95963"/>
              <a:chExt cx="1538562" cy="971589"/>
            </a:xfrm>
          </p:grpSpPr>
          <p:grpSp>
            <p:nvGrpSpPr>
              <p:cNvPr id="455" name="Google Shape;455;p11"/>
              <p:cNvGrpSpPr/>
              <p:nvPr/>
            </p:nvGrpSpPr>
            <p:grpSpPr>
              <a:xfrm>
                <a:off x="-191059" y="201619"/>
                <a:ext cx="904284" cy="865933"/>
                <a:chOff x="2038491" y="-937756"/>
                <a:chExt cx="904284" cy="865933"/>
              </a:xfrm>
            </p:grpSpPr>
            <p:grpSp>
              <p:nvGrpSpPr>
                <p:cNvPr id="456" name="Google Shape;456;p11"/>
                <p:cNvGrpSpPr/>
                <p:nvPr/>
              </p:nvGrpSpPr>
              <p:grpSpPr>
                <a:xfrm>
                  <a:off x="2096570" y="-863491"/>
                  <a:ext cx="717621" cy="717392"/>
                  <a:chOff x="1483457" y="3953671"/>
                  <a:chExt cx="717621" cy="717392"/>
                </a:xfrm>
              </p:grpSpPr>
              <p:sp>
                <p:nvSpPr>
                  <p:cNvPr id="457" name="Google Shape;457;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2" name="Google Shape;462;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 name="Google Shape;463;p11"/>
              <p:cNvGrpSpPr/>
              <p:nvPr/>
            </p:nvGrpSpPr>
            <p:grpSpPr>
              <a:xfrm>
                <a:off x="584533" y="95963"/>
                <a:ext cx="473483" cy="453403"/>
                <a:chOff x="2038491" y="-937756"/>
                <a:chExt cx="904284" cy="865933"/>
              </a:xfrm>
            </p:grpSpPr>
            <p:grpSp>
              <p:nvGrpSpPr>
                <p:cNvPr id="464" name="Google Shape;464;p11"/>
                <p:cNvGrpSpPr/>
                <p:nvPr/>
              </p:nvGrpSpPr>
              <p:grpSpPr>
                <a:xfrm>
                  <a:off x="2096570" y="-863491"/>
                  <a:ext cx="717621" cy="717392"/>
                  <a:chOff x="1483457" y="3953671"/>
                  <a:chExt cx="717621" cy="717392"/>
                </a:xfrm>
              </p:grpSpPr>
              <p:sp>
                <p:nvSpPr>
                  <p:cNvPr id="465" name="Google Shape;465;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0" name="Google Shape;470;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 name="Google Shape;471;p11"/>
              <p:cNvGrpSpPr/>
              <p:nvPr/>
            </p:nvGrpSpPr>
            <p:grpSpPr>
              <a:xfrm>
                <a:off x="530445" y="481913"/>
                <a:ext cx="473483" cy="453403"/>
                <a:chOff x="2038491" y="-937756"/>
                <a:chExt cx="904284" cy="865933"/>
              </a:xfrm>
            </p:grpSpPr>
            <p:grpSp>
              <p:nvGrpSpPr>
                <p:cNvPr id="472" name="Google Shape;472;p11"/>
                <p:cNvGrpSpPr/>
                <p:nvPr/>
              </p:nvGrpSpPr>
              <p:grpSpPr>
                <a:xfrm>
                  <a:off x="2096570" y="-863491"/>
                  <a:ext cx="717621" cy="717392"/>
                  <a:chOff x="1483457" y="3953671"/>
                  <a:chExt cx="717621" cy="717392"/>
                </a:xfrm>
              </p:grpSpPr>
              <p:sp>
                <p:nvSpPr>
                  <p:cNvPr id="473" name="Google Shape;473;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8" name="Google Shape;478;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 name="Google Shape;479;p11"/>
              <p:cNvGrpSpPr/>
              <p:nvPr/>
            </p:nvGrpSpPr>
            <p:grpSpPr>
              <a:xfrm>
                <a:off x="874020" y="312788"/>
                <a:ext cx="473483" cy="453403"/>
                <a:chOff x="2038491" y="-937756"/>
                <a:chExt cx="904284" cy="865933"/>
              </a:xfrm>
            </p:grpSpPr>
            <p:grpSp>
              <p:nvGrpSpPr>
                <p:cNvPr id="480" name="Google Shape;480;p11"/>
                <p:cNvGrpSpPr/>
                <p:nvPr/>
              </p:nvGrpSpPr>
              <p:grpSpPr>
                <a:xfrm>
                  <a:off x="2096570" y="-863491"/>
                  <a:ext cx="717621" cy="717392"/>
                  <a:chOff x="1483457" y="3953671"/>
                  <a:chExt cx="717621" cy="717392"/>
                </a:xfrm>
              </p:grpSpPr>
              <p:sp>
                <p:nvSpPr>
                  <p:cNvPr id="481" name="Google Shape;481;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6" name="Google Shape;486;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87" name="Google Shape;487;p11"/>
            <p:cNvGrpSpPr/>
            <p:nvPr/>
          </p:nvGrpSpPr>
          <p:grpSpPr>
            <a:xfrm rot="-7479050">
              <a:off x="-2051246" y="-1642948"/>
              <a:ext cx="4889863" cy="3931229"/>
              <a:chOff x="7103825" y="-713112"/>
              <a:chExt cx="3785226" cy="3043150"/>
            </a:xfrm>
          </p:grpSpPr>
          <p:sp>
            <p:nvSpPr>
              <p:cNvPr id="488" name="Google Shape;488;p11"/>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89" name="Google Shape;489;p11"/>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grpSp>
          <p:nvGrpSpPr>
            <p:cNvPr id="490" name="Google Shape;490;p11"/>
            <p:cNvGrpSpPr/>
            <p:nvPr/>
          </p:nvGrpSpPr>
          <p:grpSpPr>
            <a:xfrm>
              <a:off x="-640220" y="-2653973"/>
              <a:ext cx="6191222" cy="6191222"/>
              <a:chOff x="-640220" y="-2502423"/>
              <a:chExt cx="6191222" cy="6191222"/>
            </a:xfrm>
          </p:grpSpPr>
          <p:sp>
            <p:nvSpPr>
              <p:cNvPr id="491" name="Google Shape;491;p11"/>
              <p:cNvSpPr/>
              <p:nvPr/>
            </p:nvSpPr>
            <p:spPr>
              <a:xfrm rot="-8100000">
                <a:off x="452224" y="-1781500"/>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1"/>
              <p:cNvSpPr/>
              <p:nvPr/>
            </p:nvSpPr>
            <p:spPr>
              <a:xfrm rot="-8100000">
                <a:off x="83608" y="-617740"/>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3"/>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94"/>
        <p:cNvGrpSpPr/>
        <p:nvPr/>
      </p:nvGrpSpPr>
      <p:grpSpPr>
        <a:xfrm>
          <a:off x="0" y="0"/>
          <a:ext cx="0" cy="0"/>
          <a:chOff x="0" y="0"/>
          <a:chExt cx="0" cy="0"/>
        </a:xfrm>
      </p:grpSpPr>
      <p:sp>
        <p:nvSpPr>
          <p:cNvPr id="495" name="Google Shape;49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96" name="Google Shape;496;p13"/>
          <p:cNvSpPr txBox="1">
            <a:spLocks noGrp="1"/>
          </p:cNvSpPr>
          <p:nvPr>
            <p:ph type="subTitle" idx="1"/>
          </p:nvPr>
        </p:nvSpPr>
        <p:spPr>
          <a:xfrm>
            <a:off x="7200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7" name="Google Shape;497;p13"/>
          <p:cNvSpPr txBox="1">
            <a:spLocks noGrp="1"/>
          </p:cNvSpPr>
          <p:nvPr>
            <p:ph type="subTitle" idx="2"/>
          </p:nvPr>
        </p:nvSpPr>
        <p:spPr>
          <a:xfrm>
            <a:off x="43667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8" name="Google Shape;498;p13"/>
          <p:cNvSpPr txBox="1">
            <a:spLocks noGrp="1"/>
          </p:cNvSpPr>
          <p:nvPr>
            <p:ph type="subTitle" idx="3"/>
          </p:nvPr>
        </p:nvSpPr>
        <p:spPr>
          <a:xfrm>
            <a:off x="7200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9" name="Google Shape;499;p13"/>
          <p:cNvSpPr txBox="1">
            <a:spLocks noGrp="1"/>
          </p:cNvSpPr>
          <p:nvPr>
            <p:ph type="subTitle" idx="4"/>
          </p:nvPr>
        </p:nvSpPr>
        <p:spPr>
          <a:xfrm>
            <a:off x="43667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0" name="Google Shape;500;p13"/>
          <p:cNvSpPr txBox="1">
            <a:spLocks noGrp="1"/>
          </p:cNvSpPr>
          <p:nvPr>
            <p:ph type="title" idx="5" hasCustomPrompt="1"/>
          </p:nvPr>
        </p:nvSpPr>
        <p:spPr>
          <a:xfrm>
            <a:off x="720003"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1" name="Google Shape;501;p13"/>
          <p:cNvSpPr txBox="1">
            <a:spLocks noGrp="1"/>
          </p:cNvSpPr>
          <p:nvPr>
            <p:ph type="title" idx="6" hasCustomPrompt="1"/>
          </p:nvPr>
        </p:nvSpPr>
        <p:spPr>
          <a:xfrm>
            <a:off x="720003"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2" name="Google Shape;502;p13"/>
          <p:cNvSpPr txBox="1">
            <a:spLocks noGrp="1"/>
          </p:cNvSpPr>
          <p:nvPr>
            <p:ph type="title" idx="7" hasCustomPrompt="1"/>
          </p:nvPr>
        </p:nvSpPr>
        <p:spPr>
          <a:xfrm>
            <a:off x="4366698"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3" name="Google Shape;503;p13"/>
          <p:cNvSpPr txBox="1">
            <a:spLocks noGrp="1"/>
          </p:cNvSpPr>
          <p:nvPr>
            <p:ph type="title" idx="8" hasCustomPrompt="1"/>
          </p:nvPr>
        </p:nvSpPr>
        <p:spPr>
          <a:xfrm>
            <a:off x="4366698"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4" name="Google Shape;504;p13"/>
          <p:cNvSpPr txBox="1">
            <a:spLocks noGrp="1"/>
          </p:cNvSpPr>
          <p:nvPr>
            <p:ph type="subTitle" idx="9"/>
          </p:nvPr>
        </p:nvSpPr>
        <p:spPr>
          <a:xfrm>
            <a:off x="720000"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5" name="Google Shape;505;p13"/>
          <p:cNvSpPr txBox="1">
            <a:spLocks noGrp="1"/>
          </p:cNvSpPr>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6" name="Google Shape;506;p13"/>
          <p:cNvSpPr txBox="1">
            <a:spLocks noGrp="1"/>
          </p:cNvSpPr>
          <p:nvPr>
            <p:ph type="subTitle" idx="14"/>
          </p:nvPr>
        </p:nvSpPr>
        <p:spPr>
          <a:xfrm>
            <a:off x="720000"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507" name="Google Shape;507;p13"/>
          <p:cNvSpPr txBox="1">
            <a:spLocks noGrp="1"/>
          </p:cNvSpPr>
          <p:nvPr>
            <p:ph type="subTitle" idx="15"/>
          </p:nvPr>
        </p:nvSpPr>
        <p:spPr>
          <a:xfrm>
            <a:off x="4366698"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508" name="Google Shape;508;p13"/>
          <p:cNvGrpSpPr/>
          <p:nvPr/>
        </p:nvGrpSpPr>
        <p:grpSpPr>
          <a:xfrm>
            <a:off x="-808923" y="2711465"/>
            <a:ext cx="2097951" cy="3309497"/>
            <a:chOff x="-656523" y="2711465"/>
            <a:chExt cx="2097951" cy="3309497"/>
          </a:xfrm>
        </p:grpSpPr>
        <p:sp>
          <p:nvSpPr>
            <p:cNvPr id="509" name="Google Shape;509;p13"/>
            <p:cNvSpPr/>
            <p:nvPr/>
          </p:nvSpPr>
          <p:spPr>
            <a:xfrm flipH="1">
              <a:off x="-352474" y="4279466"/>
              <a:ext cx="1139424" cy="986746"/>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0" name="Google Shape;510;p13"/>
            <p:cNvGrpSpPr/>
            <p:nvPr/>
          </p:nvGrpSpPr>
          <p:grpSpPr>
            <a:xfrm>
              <a:off x="323479" y="4682324"/>
              <a:ext cx="328346" cy="328531"/>
              <a:chOff x="3678700" y="407275"/>
              <a:chExt cx="708100" cy="708500"/>
            </a:xfrm>
          </p:grpSpPr>
          <p:sp>
            <p:nvSpPr>
              <p:cNvPr id="511" name="Google Shape;511;p1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 name="Google Shape;518;p13"/>
            <p:cNvGrpSpPr/>
            <p:nvPr/>
          </p:nvGrpSpPr>
          <p:grpSpPr>
            <a:xfrm>
              <a:off x="-541317" y="2711465"/>
              <a:ext cx="1117945" cy="1598547"/>
              <a:chOff x="-541317" y="2711465"/>
              <a:chExt cx="1117945" cy="1598547"/>
            </a:xfrm>
          </p:grpSpPr>
          <p:sp>
            <p:nvSpPr>
              <p:cNvPr id="519" name="Google Shape;51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0" name="Google Shape;520;p13"/>
              <p:cNvGrpSpPr/>
              <p:nvPr/>
            </p:nvGrpSpPr>
            <p:grpSpPr>
              <a:xfrm>
                <a:off x="442584" y="4120912"/>
                <a:ext cx="134044" cy="134013"/>
                <a:chOff x="1101075" y="2142375"/>
                <a:chExt cx="439200" cy="439100"/>
              </a:xfrm>
            </p:grpSpPr>
            <p:sp>
              <p:nvSpPr>
                <p:cNvPr id="521" name="Google Shape;52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3" name="Google Shape;523;p13"/>
            <p:cNvGrpSpPr/>
            <p:nvPr/>
          </p:nvGrpSpPr>
          <p:grpSpPr>
            <a:xfrm rot="-9080766">
              <a:off x="-341725" y="3731687"/>
              <a:ext cx="1117904" cy="1598488"/>
              <a:chOff x="-541317" y="2711465"/>
              <a:chExt cx="1117945" cy="1598547"/>
            </a:xfrm>
          </p:grpSpPr>
          <p:sp>
            <p:nvSpPr>
              <p:cNvPr id="524" name="Google Shape;524;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5" name="Google Shape;525;p13"/>
              <p:cNvGrpSpPr/>
              <p:nvPr/>
            </p:nvGrpSpPr>
            <p:grpSpPr>
              <a:xfrm>
                <a:off x="442584" y="4120912"/>
                <a:ext cx="134044" cy="134013"/>
                <a:chOff x="1101075" y="2142375"/>
                <a:chExt cx="439200" cy="439100"/>
              </a:xfrm>
            </p:grpSpPr>
            <p:sp>
              <p:nvSpPr>
                <p:cNvPr id="526" name="Google Shape;526;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8" name="Google Shape;528;p13"/>
            <p:cNvGrpSpPr/>
            <p:nvPr/>
          </p:nvGrpSpPr>
          <p:grpSpPr>
            <a:xfrm rot="10800000">
              <a:off x="323483" y="4422415"/>
              <a:ext cx="1117945" cy="1598547"/>
              <a:chOff x="-541317" y="2711465"/>
              <a:chExt cx="1117945" cy="1598547"/>
            </a:xfrm>
          </p:grpSpPr>
          <p:sp>
            <p:nvSpPr>
              <p:cNvPr id="529" name="Google Shape;52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 name="Google Shape;530;p13"/>
              <p:cNvGrpSpPr/>
              <p:nvPr/>
            </p:nvGrpSpPr>
            <p:grpSpPr>
              <a:xfrm>
                <a:off x="442584" y="4120912"/>
                <a:ext cx="134044" cy="134013"/>
                <a:chOff x="1101075" y="2142375"/>
                <a:chExt cx="439200" cy="439100"/>
              </a:xfrm>
            </p:grpSpPr>
            <p:sp>
              <p:nvSpPr>
                <p:cNvPr id="531" name="Google Shape;53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33" name="Google Shape;533;p13"/>
          <p:cNvGrpSpPr/>
          <p:nvPr/>
        </p:nvGrpSpPr>
        <p:grpSpPr>
          <a:xfrm>
            <a:off x="6470875" y="-1735180"/>
            <a:ext cx="4257000" cy="4171657"/>
            <a:chOff x="6394675" y="-1658980"/>
            <a:chExt cx="4257000" cy="4171657"/>
          </a:xfrm>
        </p:grpSpPr>
        <p:grpSp>
          <p:nvGrpSpPr>
            <p:cNvPr id="534" name="Google Shape;534;p13"/>
            <p:cNvGrpSpPr/>
            <p:nvPr/>
          </p:nvGrpSpPr>
          <p:grpSpPr>
            <a:xfrm rot="-2700000" flipH="1">
              <a:off x="7289785" y="-1246897"/>
              <a:ext cx="2552124" cy="3347490"/>
              <a:chOff x="2976325" y="908175"/>
              <a:chExt cx="4028179" cy="5283555"/>
            </a:xfrm>
          </p:grpSpPr>
          <p:sp>
            <p:nvSpPr>
              <p:cNvPr id="535" name="Google Shape;535;p1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8" name="Google Shape;538;p13"/>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3"/>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 name="Google Shape;540;p13"/>
          <p:cNvGrpSpPr/>
          <p:nvPr/>
        </p:nvGrpSpPr>
        <p:grpSpPr>
          <a:xfrm>
            <a:off x="-113888" y="229201"/>
            <a:ext cx="1891393" cy="134100"/>
            <a:chOff x="-113888" y="229201"/>
            <a:chExt cx="1891393" cy="134100"/>
          </a:xfrm>
        </p:grpSpPr>
        <p:sp>
          <p:nvSpPr>
            <p:cNvPr id="541" name="Google Shape;541;p13"/>
            <p:cNvSpPr/>
            <p:nvPr/>
          </p:nvSpPr>
          <p:spPr>
            <a:xfrm>
              <a:off x="1643404" y="2292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2" name="Google Shape;542;p13"/>
            <p:cNvCxnSpPr/>
            <p:nvPr/>
          </p:nvCxnSpPr>
          <p:spPr>
            <a:xfrm rot="10800000">
              <a:off x="783712" y="-601348"/>
              <a:ext cx="0" cy="1795200"/>
            </a:xfrm>
            <a:prstGeom prst="straightConnector1">
              <a:avLst/>
            </a:prstGeom>
            <a:noFill/>
            <a:ln w="9525" cap="flat" cmpd="sng">
              <a:solidFill>
                <a:schemeClr val="dk2"/>
              </a:solidFill>
              <a:prstDash val="solid"/>
              <a:round/>
              <a:headEnd type="none" w="med" len="med"/>
              <a:tailEnd type="none" w="med" len="med"/>
            </a:ln>
          </p:spPr>
        </p:cxnSp>
        <p:sp>
          <p:nvSpPr>
            <p:cNvPr id="543" name="Google Shape;543;p13"/>
            <p:cNvSpPr/>
            <p:nvPr/>
          </p:nvSpPr>
          <p:spPr>
            <a:xfrm>
              <a:off x="1673517" y="2593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759"/>
        <p:cNvGrpSpPr/>
        <p:nvPr/>
      </p:nvGrpSpPr>
      <p:grpSpPr>
        <a:xfrm>
          <a:off x="0" y="0"/>
          <a:ext cx="0" cy="0"/>
          <a:chOff x="0" y="0"/>
          <a:chExt cx="0" cy="0"/>
        </a:xfrm>
      </p:grpSpPr>
      <p:sp>
        <p:nvSpPr>
          <p:cNvPr id="760" name="Google Shape;760;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61" name="Google Shape;761;p19"/>
          <p:cNvSpPr txBox="1">
            <a:spLocks noGrp="1"/>
          </p:cNvSpPr>
          <p:nvPr>
            <p:ph type="subTitle" idx="1"/>
          </p:nvPr>
        </p:nvSpPr>
        <p:spPr>
          <a:xfrm>
            <a:off x="4881006"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2" name="Google Shape;762;p19"/>
          <p:cNvSpPr txBox="1">
            <a:spLocks noGrp="1"/>
          </p:cNvSpPr>
          <p:nvPr>
            <p:ph type="subTitle" idx="2"/>
          </p:nvPr>
        </p:nvSpPr>
        <p:spPr>
          <a:xfrm>
            <a:off x="720000"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63" name="Google Shape;763;p19"/>
          <p:cNvGrpSpPr/>
          <p:nvPr/>
        </p:nvGrpSpPr>
        <p:grpSpPr>
          <a:xfrm>
            <a:off x="-96329" y="4888563"/>
            <a:ext cx="1590408" cy="88125"/>
            <a:chOff x="124624" y="4953514"/>
            <a:chExt cx="1137387" cy="88142"/>
          </a:xfrm>
        </p:grpSpPr>
        <p:sp>
          <p:nvSpPr>
            <p:cNvPr id="764" name="Google Shape;764;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 name="Google Shape;766;p19"/>
          <p:cNvGrpSpPr/>
          <p:nvPr/>
        </p:nvGrpSpPr>
        <p:grpSpPr>
          <a:xfrm>
            <a:off x="6883700" y="1385725"/>
            <a:ext cx="4028179" cy="5283555"/>
            <a:chOff x="6883700" y="1385725"/>
            <a:chExt cx="4028179" cy="5283555"/>
          </a:xfrm>
        </p:grpSpPr>
        <p:sp>
          <p:nvSpPr>
            <p:cNvPr id="767" name="Google Shape;767;p19"/>
            <p:cNvSpPr/>
            <p:nvPr/>
          </p:nvSpPr>
          <p:spPr>
            <a:xfrm>
              <a:off x="6883700" y="14075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9"/>
            <p:cNvSpPr/>
            <p:nvPr/>
          </p:nvSpPr>
          <p:spPr>
            <a:xfrm>
              <a:off x="7842318" y="13857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9"/>
            <p:cNvSpPr/>
            <p:nvPr/>
          </p:nvSpPr>
          <p:spPr>
            <a:xfrm>
              <a:off x="7734200" y="2571774"/>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9"/>
            <p:cNvSpPr/>
            <p:nvPr/>
          </p:nvSpPr>
          <p:spPr>
            <a:xfrm>
              <a:off x="7758564" y="15500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 name="Google Shape;771;p19"/>
          <p:cNvGrpSpPr/>
          <p:nvPr/>
        </p:nvGrpSpPr>
        <p:grpSpPr>
          <a:xfrm>
            <a:off x="4598006" y="-1699037"/>
            <a:ext cx="5579794" cy="3203424"/>
            <a:chOff x="4521806" y="-1546637"/>
            <a:chExt cx="5579794" cy="3203424"/>
          </a:xfrm>
        </p:grpSpPr>
        <p:grpSp>
          <p:nvGrpSpPr>
            <p:cNvPr id="772" name="Google Shape;772;p19"/>
            <p:cNvGrpSpPr/>
            <p:nvPr/>
          </p:nvGrpSpPr>
          <p:grpSpPr>
            <a:xfrm>
              <a:off x="4619858" y="-154439"/>
              <a:ext cx="916824" cy="700199"/>
              <a:chOff x="4619858" y="-154439"/>
              <a:chExt cx="916824" cy="700199"/>
            </a:xfrm>
          </p:grpSpPr>
          <p:sp>
            <p:nvSpPr>
              <p:cNvPr id="773" name="Google Shape;773;p19"/>
              <p:cNvSpPr/>
              <p:nvPr/>
            </p:nvSpPr>
            <p:spPr>
              <a:xfrm>
                <a:off x="4823308" y="126723"/>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9"/>
              <p:cNvSpPr/>
              <p:nvPr/>
            </p:nvSpPr>
            <p:spPr>
              <a:xfrm>
                <a:off x="4619858" y="-114577"/>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9"/>
              <p:cNvSpPr/>
              <p:nvPr/>
            </p:nvSpPr>
            <p:spPr>
              <a:xfrm>
                <a:off x="5052808" y="-154439"/>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76" name="Google Shape;776;p19"/>
            <p:cNvPicPr preferRelativeResize="0"/>
            <p:nvPr/>
          </p:nvPicPr>
          <p:blipFill rotWithShape="1">
            <a:blip r:embed="rId2">
              <a:alphaModFix/>
            </a:blip>
            <a:srcRect l="16960" t="24718" r="7121" b="26177"/>
            <a:stretch/>
          </p:blipFill>
          <p:spPr>
            <a:xfrm>
              <a:off x="5904350" y="-1546637"/>
              <a:ext cx="4197251" cy="3203424"/>
            </a:xfrm>
            <a:prstGeom prst="rect">
              <a:avLst/>
            </a:prstGeom>
            <a:noFill/>
            <a:ln>
              <a:noFill/>
            </a:ln>
          </p:spPr>
        </p:pic>
        <p:sp>
          <p:nvSpPr>
            <p:cNvPr id="777" name="Google Shape;777;p19"/>
            <p:cNvSpPr/>
            <p:nvPr/>
          </p:nvSpPr>
          <p:spPr>
            <a:xfrm rot="-5400000">
              <a:off x="5282845" y="-10589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9"/>
            <p:cNvSpPr/>
            <p:nvPr/>
          </p:nvSpPr>
          <p:spPr>
            <a:xfrm rot="-5400000">
              <a:off x="5282230" y="-899603"/>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9" name="Google Shape;779;p19"/>
            <p:cNvGrpSpPr/>
            <p:nvPr/>
          </p:nvGrpSpPr>
          <p:grpSpPr>
            <a:xfrm rot="10800000">
              <a:off x="8323180" y="210225"/>
              <a:ext cx="1493503" cy="88125"/>
              <a:chOff x="124624" y="4953514"/>
              <a:chExt cx="1137387" cy="88142"/>
            </a:xfrm>
          </p:grpSpPr>
          <p:sp>
            <p:nvSpPr>
              <p:cNvPr id="780" name="Google Shape;780;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 name="Google Shape;782;p19"/>
            <p:cNvGrpSpPr/>
            <p:nvPr/>
          </p:nvGrpSpPr>
          <p:grpSpPr>
            <a:xfrm>
              <a:off x="4619231" y="-32636"/>
              <a:ext cx="254987" cy="255131"/>
              <a:chOff x="3678700" y="407275"/>
              <a:chExt cx="708100" cy="708500"/>
            </a:xfrm>
          </p:grpSpPr>
          <p:sp>
            <p:nvSpPr>
              <p:cNvPr id="783" name="Google Shape;783;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 name="Google Shape;790;p19"/>
            <p:cNvGrpSpPr/>
            <p:nvPr/>
          </p:nvGrpSpPr>
          <p:grpSpPr>
            <a:xfrm>
              <a:off x="4521806" y="126714"/>
              <a:ext cx="254987" cy="255131"/>
              <a:chOff x="3678700" y="407275"/>
              <a:chExt cx="708100" cy="708500"/>
            </a:xfrm>
          </p:grpSpPr>
          <p:sp>
            <p:nvSpPr>
              <p:cNvPr id="791" name="Google Shape;791;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3">
  <p:cSld name="CUSTOM_4_1_1">
    <p:spTree>
      <p:nvGrpSpPr>
        <p:cNvPr id="1" name="Shape 876"/>
        <p:cNvGrpSpPr/>
        <p:nvPr/>
      </p:nvGrpSpPr>
      <p:grpSpPr>
        <a:xfrm>
          <a:off x="0" y="0"/>
          <a:ext cx="0" cy="0"/>
          <a:chOff x="0" y="0"/>
          <a:chExt cx="0" cy="0"/>
        </a:xfrm>
      </p:grpSpPr>
      <p:grpSp>
        <p:nvGrpSpPr>
          <p:cNvPr id="877" name="Google Shape;877;p22"/>
          <p:cNvGrpSpPr/>
          <p:nvPr/>
        </p:nvGrpSpPr>
        <p:grpSpPr>
          <a:xfrm>
            <a:off x="4582521" y="2433470"/>
            <a:ext cx="5022035" cy="4764449"/>
            <a:chOff x="4571996" y="2268220"/>
            <a:chExt cx="5022035" cy="4764449"/>
          </a:xfrm>
        </p:grpSpPr>
        <p:pic>
          <p:nvPicPr>
            <p:cNvPr id="878" name="Google Shape;878;p22"/>
            <p:cNvPicPr preferRelativeResize="0"/>
            <p:nvPr/>
          </p:nvPicPr>
          <p:blipFill rotWithShape="1">
            <a:blip r:embed="rId2">
              <a:alphaModFix/>
            </a:blip>
            <a:srcRect l="16960" t="24718" r="7121" b="26177"/>
            <a:stretch/>
          </p:blipFill>
          <p:spPr>
            <a:xfrm flipH="1">
              <a:off x="5978271" y="3376950"/>
              <a:ext cx="3615750" cy="2759625"/>
            </a:xfrm>
            <a:prstGeom prst="rect">
              <a:avLst/>
            </a:prstGeom>
            <a:noFill/>
            <a:ln>
              <a:noFill/>
            </a:ln>
          </p:spPr>
        </p:pic>
        <p:grpSp>
          <p:nvGrpSpPr>
            <p:cNvPr id="879" name="Google Shape;879;p22"/>
            <p:cNvGrpSpPr/>
            <p:nvPr/>
          </p:nvGrpSpPr>
          <p:grpSpPr>
            <a:xfrm rot="10800000">
              <a:off x="4571996" y="2268220"/>
              <a:ext cx="5022035" cy="4764449"/>
              <a:chOff x="-494406" y="-1584825"/>
              <a:chExt cx="4397193" cy="4171657"/>
            </a:xfrm>
          </p:grpSpPr>
          <p:grpSp>
            <p:nvGrpSpPr>
              <p:cNvPr id="880" name="Google Shape;880;p22"/>
              <p:cNvGrpSpPr/>
              <p:nvPr/>
            </p:nvGrpSpPr>
            <p:grpSpPr>
              <a:xfrm>
                <a:off x="245875" y="-51824"/>
                <a:ext cx="208200" cy="1824700"/>
                <a:chOff x="1040050" y="3812126"/>
                <a:chExt cx="208200" cy="1824700"/>
              </a:xfrm>
            </p:grpSpPr>
            <p:sp>
              <p:nvSpPr>
                <p:cNvPr id="881" name="Google Shape;881;p22"/>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2"/>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3" name="Google Shape;883;p22"/>
              <p:cNvGrpSpPr/>
              <p:nvPr/>
            </p:nvGrpSpPr>
            <p:grpSpPr>
              <a:xfrm rot="-8100000">
                <a:off x="540898" y="-1172741"/>
                <a:ext cx="2552124" cy="3347490"/>
                <a:chOff x="2976325" y="908175"/>
                <a:chExt cx="4028179" cy="5283555"/>
              </a:xfrm>
            </p:grpSpPr>
            <p:sp>
              <p:nvSpPr>
                <p:cNvPr id="884" name="Google Shape;884;p22"/>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2"/>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2"/>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7" name="Google Shape;887;p22"/>
              <p:cNvGrpSpPr/>
              <p:nvPr/>
            </p:nvGrpSpPr>
            <p:grpSpPr>
              <a:xfrm>
                <a:off x="-1" y="621223"/>
                <a:ext cx="699940" cy="478601"/>
                <a:chOff x="39722" y="4349021"/>
                <a:chExt cx="1061964" cy="726143"/>
              </a:xfrm>
            </p:grpSpPr>
            <p:grpSp>
              <p:nvGrpSpPr>
                <p:cNvPr id="888" name="Google Shape;888;p22"/>
                <p:cNvGrpSpPr/>
                <p:nvPr/>
              </p:nvGrpSpPr>
              <p:grpSpPr>
                <a:xfrm rot="2700000">
                  <a:off x="140502" y="4460924"/>
                  <a:ext cx="524584" cy="502337"/>
                  <a:chOff x="1189791" y="-1767331"/>
                  <a:chExt cx="904284" cy="865933"/>
                </a:xfrm>
              </p:grpSpPr>
              <p:sp>
                <p:nvSpPr>
                  <p:cNvPr id="889" name="Google Shape;889;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0" name="Google Shape;890;p22"/>
                  <p:cNvGrpSpPr/>
                  <p:nvPr/>
                </p:nvGrpSpPr>
                <p:grpSpPr>
                  <a:xfrm>
                    <a:off x="1232795" y="-1740829"/>
                    <a:ext cx="717621" cy="717392"/>
                    <a:chOff x="1483457" y="3953671"/>
                    <a:chExt cx="717621" cy="717392"/>
                  </a:xfrm>
                </p:grpSpPr>
                <p:sp>
                  <p:nvSpPr>
                    <p:cNvPr id="891" name="Google Shape;891;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96" name="Google Shape;896;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7" name="Google Shape;897;p22"/>
              <p:cNvGrpSpPr/>
              <p:nvPr/>
            </p:nvGrpSpPr>
            <p:grpSpPr>
              <a:xfrm>
                <a:off x="955673" y="11"/>
                <a:ext cx="592576" cy="405260"/>
                <a:chOff x="39722" y="4349021"/>
                <a:chExt cx="1061964" cy="726143"/>
              </a:xfrm>
            </p:grpSpPr>
            <p:grpSp>
              <p:nvGrpSpPr>
                <p:cNvPr id="898" name="Google Shape;898;p22"/>
                <p:cNvGrpSpPr/>
                <p:nvPr/>
              </p:nvGrpSpPr>
              <p:grpSpPr>
                <a:xfrm rot="2700000">
                  <a:off x="140502" y="4460924"/>
                  <a:ext cx="524584" cy="502337"/>
                  <a:chOff x="1189791" y="-1767331"/>
                  <a:chExt cx="904284" cy="865933"/>
                </a:xfrm>
              </p:grpSpPr>
              <p:sp>
                <p:nvSpPr>
                  <p:cNvPr id="899" name="Google Shape;899;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0" name="Google Shape;900;p22"/>
                  <p:cNvGrpSpPr/>
                  <p:nvPr/>
                </p:nvGrpSpPr>
                <p:grpSpPr>
                  <a:xfrm>
                    <a:off x="1232795" y="-1740829"/>
                    <a:ext cx="717621" cy="717392"/>
                    <a:chOff x="1483457" y="3953671"/>
                    <a:chExt cx="717621" cy="717392"/>
                  </a:xfrm>
                </p:grpSpPr>
                <p:sp>
                  <p:nvSpPr>
                    <p:cNvPr id="901" name="Google Shape;901;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06" name="Google Shape;906;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22"/>
              <p:cNvGrpSpPr/>
              <p:nvPr/>
            </p:nvGrpSpPr>
            <p:grpSpPr>
              <a:xfrm>
                <a:off x="441574" y="-36652"/>
                <a:ext cx="699940" cy="478601"/>
                <a:chOff x="39722" y="4349021"/>
                <a:chExt cx="1061964" cy="726143"/>
              </a:xfrm>
            </p:grpSpPr>
            <p:grpSp>
              <p:nvGrpSpPr>
                <p:cNvPr id="908" name="Google Shape;908;p22"/>
                <p:cNvGrpSpPr/>
                <p:nvPr/>
              </p:nvGrpSpPr>
              <p:grpSpPr>
                <a:xfrm rot="2700000">
                  <a:off x="140502" y="4460924"/>
                  <a:ext cx="524584" cy="502337"/>
                  <a:chOff x="1189791" y="-1767331"/>
                  <a:chExt cx="904284" cy="865933"/>
                </a:xfrm>
              </p:grpSpPr>
              <p:sp>
                <p:nvSpPr>
                  <p:cNvPr id="909" name="Google Shape;909;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0" name="Google Shape;910;p22"/>
                  <p:cNvGrpSpPr/>
                  <p:nvPr/>
                </p:nvGrpSpPr>
                <p:grpSpPr>
                  <a:xfrm>
                    <a:off x="1232795" y="-1740829"/>
                    <a:ext cx="717621" cy="717392"/>
                    <a:chOff x="1483457" y="3953671"/>
                    <a:chExt cx="717621" cy="717392"/>
                  </a:xfrm>
                </p:grpSpPr>
                <p:sp>
                  <p:nvSpPr>
                    <p:cNvPr id="911" name="Google Shape;911;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16" name="Google Shape;916;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7" name="Google Shape;917;p22"/>
              <p:cNvGrpSpPr/>
              <p:nvPr/>
            </p:nvGrpSpPr>
            <p:grpSpPr>
              <a:xfrm>
                <a:off x="-494406" y="-252396"/>
                <a:ext cx="1741563" cy="1288563"/>
                <a:chOff x="-494406" y="-252396"/>
                <a:chExt cx="1741563" cy="1288563"/>
              </a:xfrm>
            </p:grpSpPr>
            <p:sp>
              <p:nvSpPr>
                <p:cNvPr id="918" name="Google Shape;918;p22"/>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2"/>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20" name="Google Shape;920;p22"/>
            <p:cNvGrpSpPr/>
            <p:nvPr/>
          </p:nvGrpSpPr>
          <p:grpSpPr>
            <a:xfrm>
              <a:off x="5643425" y="4968525"/>
              <a:ext cx="439200" cy="439100"/>
              <a:chOff x="1101075" y="2142375"/>
              <a:chExt cx="439200" cy="439100"/>
            </a:xfrm>
          </p:grpSpPr>
          <p:sp>
            <p:nvSpPr>
              <p:cNvPr id="921" name="Google Shape;921;p2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23" name="Google Shape;923;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24" name="Google Shape;924;p22"/>
          <p:cNvSpPr txBox="1">
            <a:spLocks noGrp="1"/>
          </p:cNvSpPr>
          <p:nvPr>
            <p:ph type="body" idx="1"/>
          </p:nvPr>
        </p:nvSpPr>
        <p:spPr>
          <a:xfrm>
            <a:off x="720000" y="1139550"/>
            <a:ext cx="4290900" cy="3431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rgbClr val="434343"/>
              </a:buClr>
              <a:buSzPts val="1200"/>
              <a:buChar char="●"/>
              <a:defRPr sz="1200">
                <a:solidFill>
                  <a:srgbClr val="191919"/>
                </a:solidFill>
              </a:defRPr>
            </a:lvl1pPr>
            <a:lvl2pPr marL="914400" lvl="1" indent="-304800" rtl="0">
              <a:lnSpc>
                <a:spcPct val="115000"/>
              </a:lnSpc>
              <a:spcBef>
                <a:spcPts val="0"/>
              </a:spcBef>
              <a:spcAft>
                <a:spcPts val="0"/>
              </a:spcAft>
              <a:buClr>
                <a:srgbClr val="434343"/>
              </a:buClr>
              <a:buSzPts val="1200"/>
              <a:buFont typeface="Roboto Condensed Light"/>
              <a:buChar char="○"/>
              <a:defRPr>
                <a:solidFill>
                  <a:srgbClr val="434343"/>
                </a:solidFill>
              </a:defRPr>
            </a:lvl2pPr>
            <a:lvl3pPr marL="1371600" lvl="2" indent="-304800" rtl="0">
              <a:lnSpc>
                <a:spcPct val="115000"/>
              </a:lnSpc>
              <a:spcBef>
                <a:spcPts val="0"/>
              </a:spcBef>
              <a:spcAft>
                <a:spcPts val="0"/>
              </a:spcAft>
              <a:buClr>
                <a:srgbClr val="434343"/>
              </a:buClr>
              <a:buSzPts val="1200"/>
              <a:buFont typeface="Roboto Condensed Light"/>
              <a:buChar char="■"/>
              <a:defRPr>
                <a:solidFill>
                  <a:srgbClr val="434343"/>
                </a:solidFill>
              </a:defRPr>
            </a:lvl3pPr>
            <a:lvl4pPr marL="1828800" lvl="3" indent="-304800" rtl="0">
              <a:lnSpc>
                <a:spcPct val="115000"/>
              </a:lnSpc>
              <a:spcBef>
                <a:spcPts val="0"/>
              </a:spcBef>
              <a:spcAft>
                <a:spcPts val="0"/>
              </a:spcAft>
              <a:buClr>
                <a:srgbClr val="434343"/>
              </a:buClr>
              <a:buSzPts val="1200"/>
              <a:buFont typeface="Roboto Condensed Light"/>
              <a:buChar char="●"/>
              <a:defRPr>
                <a:solidFill>
                  <a:srgbClr val="434343"/>
                </a:solidFill>
              </a:defRPr>
            </a:lvl4pPr>
            <a:lvl5pPr marL="2286000" lvl="4" indent="-304800" rtl="0">
              <a:lnSpc>
                <a:spcPct val="115000"/>
              </a:lnSpc>
              <a:spcBef>
                <a:spcPts val="0"/>
              </a:spcBef>
              <a:spcAft>
                <a:spcPts val="0"/>
              </a:spcAft>
              <a:buClr>
                <a:srgbClr val="434343"/>
              </a:buClr>
              <a:buSzPts val="1200"/>
              <a:buFont typeface="Roboto Condensed Light"/>
              <a:buChar char="○"/>
              <a:defRPr>
                <a:solidFill>
                  <a:srgbClr val="434343"/>
                </a:solidFill>
              </a:defRPr>
            </a:lvl5pPr>
            <a:lvl6pPr marL="2743200" lvl="5" indent="-304800" rtl="0">
              <a:lnSpc>
                <a:spcPct val="115000"/>
              </a:lnSpc>
              <a:spcBef>
                <a:spcPts val="0"/>
              </a:spcBef>
              <a:spcAft>
                <a:spcPts val="0"/>
              </a:spcAft>
              <a:buClr>
                <a:srgbClr val="434343"/>
              </a:buClr>
              <a:buSzPts val="1200"/>
              <a:buFont typeface="Roboto Condensed Light"/>
              <a:buChar char="■"/>
              <a:defRPr>
                <a:solidFill>
                  <a:srgbClr val="434343"/>
                </a:solidFill>
              </a:defRPr>
            </a:lvl6pPr>
            <a:lvl7pPr marL="3200400" lvl="6" indent="-304800" rtl="0">
              <a:lnSpc>
                <a:spcPct val="115000"/>
              </a:lnSpc>
              <a:spcBef>
                <a:spcPts val="0"/>
              </a:spcBef>
              <a:spcAft>
                <a:spcPts val="0"/>
              </a:spcAft>
              <a:buClr>
                <a:srgbClr val="434343"/>
              </a:buClr>
              <a:buSzPts val="1200"/>
              <a:buFont typeface="Roboto Condensed Light"/>
              <a:buChar char="●"/>
              <a:defRPr>
                <a:solidFill>
                  <a:srgbClr val="434343"/>
                </a:solidFill>
              </a:defRPr>
            </a:lvl7pPr>
            <a:lvl8pPr marL="3657600" lvl="7" indent="-304800" rtl="0">
              <a:lnSpc>
                <a:spcPct val="115000"/>
              </a:lnSpc>
              <a:spcBef>
                <a:spcPts val="0"/>
              </a:spcBef>
              <a:spcAft>
                <a:spcPts val="0"/>
              </a:spcAft>
              <a:buClr>
                <a:srgbClr val="434343"/>
              </a:buClr>
              <a:buSzPts val="1200"/>
              <a:buFont typeface="Roboto Condensed Light"/>
              <a:buChar char="○"/>
              <a:defRPr>
                <a:solidFill>
                  <a:srgbClr val="434343"/>
                </a:solidFill>
              </a:defRPr>
            </a:lvl8pPr>
            <a:lvl9pPr marL="4114800" lvl="8" indent="-304800" rtl="0">
              <a:lnSpc>
                <a:spcPct val="115000"/>
              </a:lnSpc>
              <a:spcBef>
                <a:spcPts val="0"/>
              </a:spcBef>
              <a:spcAft>
                <a:spcPts val="0"/>
              </a:spcAft>
              <a:buClr>
                <a:srgbClr val="434343"/>
              </a:buClr>
              <a:buSzPts val="1200"/>
              <a:buFont typeface="Roboto Condensed Light"/>
              <a:buChar char="■"/>
              <a:defRPr>
                <a:solidFill>
                  <a:srgbClr val="434343"/>
                </a:solidFill>
              </a:defRPr>
            </a:lvl9pPr>
          </a:lstStyle>
          <a:p>
            <a:endParaRPr/>
          </a:p>
        </p:txBody>
      </p:sp>
      <p:sp>
        <p:nvSpPr>
          <p:cNvPr id="925" name="Google Shape;925;p22"/>
          <p:cNvSpPr txBox="1">
            <a:spLocks noGrp="1"/>
          </p:cNvSpPr>
          <p:nvPr>
            <p:ph type="body" idx="2"/>
          </p:nvPr>
        </p:nvSpPr>
        <p:spPr>
          <a:xfrm>
            <a:off x="5249025" y="1139550"/>
            <a:ext cx="3174900" cy="3431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rgbClr val="434343"/>
              </a:buClr>
              <a:buSzPts val="1200"/>
              <a:buChar char="●"/>
              <a:defRPr sz="1200">
                <a:solidFill>
                  <a:srgbClr val="191919"/>
                </a:solidFill>
              </a:defRPr>
            </a:lvl1pPr>
            <a:lvl2pPr marL="914400" lvl="1" indent="-304800" rtl="0">
              <a:lnSpc>
                <a:spcPct val="115000"/>
              </a:lnSpc>
              <a:spcBef>
                <a:spcPts val="0"/>
              </a:spcBef>
              <a:spcAft>
                <a:spcPts val="0"/>
              </a:spcAft>
              <a:buClr>
                <a:srgbClr val="434343"/>
              </a:buClr>
              <a:buSzPts val="1200"/>
              <a:buFont typeface="Roboto Condensed Light"/>
              <a:buChar char="○"/>
              <a:defRPr>
                <a:solidFill>
                  <a:srgbClr val="434343"/>
                </a:solidFill>
              </a:defRPr>
            </a:lvl2pPr>
            <a:lvl3pPr marL="1371600" lvl="2" indent="-304800" rtl="0">
              <a:lnSpc>
                <a:spcPct val="115000"/>
              </a:lnSpc>
              <a:spcBef>
                <a:spcPts val="0"/>
              </a:spcBef>
              <a:spcAft>
                <a:spcPts val="0"/>
              </a:spcAft>
              <a:buClr>
                <a:srgbClr val="434343"/>
              </a:buClr>
              <a:buSzPts val="1200"/>
              <a:buFont typeface="Roboto Condensed Light"/>
              <a:buChar char="■"/>
              <a:defRPr>
                <a:solidFill>
                  <a:srgbClr val="434343"/>
                </a:solidFill>
              </a:defRPr>
            </a:lvl3pPr>
            <a:lvl4pPr marL="1828800" lvl="3" indent="-304800" rtl="0">
              <a:lnSpc>
                <a:spcPct val="115000"/>
              </a:lnSpc>
              <a:spcBef>
                <a:spcPts val="0"/>
              </a:spcBef>
              <a:spcAft>
                <a:spcPts val="0"/>
              </a:spcAft>
              <a:buClr>
                <a:srgbClr val="434343"/>
              </a:buClr>
              <a:buSzPts val="1200"/>
              <a:buFont typeface="Roboto Condensed Light"/>
              <a:buChar char="●"/>
              <a:defRPr>
                <a:solidFill>
                  <a:srgbClr val="434343"/>
                </a:solidFill>
              </a:defRPr>
            </a:lvl4pPr>
            <a:lvl5pPr marL="2286000" lvl="4" indent="-304800" rtl="0">
              <a:lnSpc>
                <a:spcPct val="115000"/>
              </a:lnSpc>
              <a:spcBef>
                <a:spcPts val="0"/>
              </a:spcBef>
              <a:spcAft>
                <a:spcPts val="0"/>
              </a:spcAft>
              <a:buClr>
                <a:srgbClr val="434343"/>
              </a:buClr>
              <a:buSzPts val="1200"/>
              <a:buFont typeface="Roboto Condensed Light"/>
              <a:buChar char="○"/>
              <a:defRPr>
                <a:solidFill>
                  <a:srgbClr val="434343"/>
                </a:solidFill>
              </a:defRPr>
            </a:lvl5pPr>
            <a:lvl6pPr marL="2743200" lvl="5" indent="-304800" rtl="0">
              <a:lnSpc>
                <a:spcPct val="115000"/>
              </a:lnSpc>
              <a:spcBef>
                <a:spcPts val="0"/>
              </a:spcBef>
              <a:spcAft>
                <a:spcPts val="0"/>
              </a:spcAft>
              <a:buClr>
                <a:srgbClr val="434343"/>
              </a:buClr>
              <a:buSzPts val="1200"/>
              <a:buFont typeface="Roboto Condensed Light"/>
              <a:buChar char="■"/>
              <a:defRPr>
                <a:solidFill>
                  <a:srgbClr val="434343"/>
                </a:solidFill>
              </a:defRPr>
            </a:lvl6pPr>
            <a:lvl7pPr marL="3200400" lvl="6" indent="-304800" rtl="0">
              <a:lnSpc>
                <a:spcPct val="115000"/>
              </a:lnSpc>
              <a:spcBef>
                <a:spcPts val="0"/>
              </a:spcBef>
              <a:spcAft>
                <a:spcPts val="0"/>
              </a:spcAft>
              <a:buClr>
                <a:srgbClr val="434343"/>
              </a:buClr>
              <a:buSzPts val="1200"/>
              <a:buFont typeface="Roboto Condensed Light"/>
              <a:buChar char="●"/>
              <a:defRPr>
                <a:solidFill>
                  <a:srgbClr val="434343"/>
                </a:solidFill>
              </a:defRPr>
            </a:lvl7pPr>
            <a:lvl8pPr marL="3657600" lvl="7" indent="-304800" rtl="0">
              <a:lnSpc>
                <a:spcPct val="115000"/>
              </a:lnSpc>
              <a:spcBef>
                <a:spcPts val="0"/>
              </a:spcBef>
              <a:spcAft>
                <a:spcPts val="0"/>
              </a:spcAft>
              <a:buClr>
                <a:srgbClr val="434343"/>
              </a:buClr>
              <a:buSzPts val="1200"/>
              <a:buFont typeface="Roboto Condensed Light"/>
              <a:buChar char="○"/>
              <a:defRPr>
                <a:solidFill>
                  <a:srgbClr val="434343"/>
                </a:solidFill>
              </a:defRPr>
            </a:lvl8pPr>
            <a:lvl9pPr marL="4114800" lvl="8" indent="-304800" rtl="0">
              <a:lnSpc>
                <a:spcPct val="115000"/>
              </a:lnSpc>
              <a:spcBef>
                <a:spcPts val="0"/>
              </a:spcBef>
              <a:spcAft>
                <a:spcPts val="0"/>
              </a:spcAft>
              <a:buClr>
                <a:srgbClr val="434343"/>
              </a:buClr>
              <a:buSzPts val="1200"/>
              <a:buFont typeface="Roboto Condensed Light"/>
              <a:buChar char="■"/>
              <a:defRPr>
                <a:solidFill>
                  <a:srgbClr val="434343"/>
                </a:solidFill>
              </a:defRPr>
            </a:lvl9pPr>
          </a:lstStyle>
          <a:p>
            <a:endParaRPr/>
          </a:p>
        </p:txBody>
      </p:sp>
      <p:grpSp>
        <p:nvGrpSpPr>
          <p:cNvPr id="926" name="Google Shape;926;p22"/>
          <p:cNvGrpSpPr/>
          <p:nvPr/>
        </p:nvGrpSpPr>
        <p:grpSpPr>
          <a:xfrm>
            <a:off x="-913829" y="-2335097"/>
            <a:ext cx="5022161" cy="4764814"/>
            <a:chOff x="-837629" y="-2258897"/>
            <a:chExt cx="5022161" cy="4764814"/>
          </a:xfrm>
        </p:grpSpPr>
        <p:grpSp>
          <p:nvGrpSpPr>
            <p:cNvPr id="927" name="Google Shape;927;p22"/>
            <p:cNvGrpSpPr/>
            <p:nvPr/>
          </p:nvGrpSpPr>
          <p:grpSpPr>
            <a:xfrm>
              <a:off x="-837629" y="-736613"/>
              <a:ext cx="1989039" cy="1471668"/>
              <a:chOff x="-494406" y="-252396"/>
              <a:chExt cx="1741563" cy="1288563"/>
            </a:xfrm>
          </p:grpSpPr>
          <p:sp>
            <p:nvSpPr>
              <p:cNvPr id="928" name="Google Shape;928;p22"/>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2"/>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0" name="Google Shape;930;p22"/>
            <p:cNvGrpSpPr/>
            <p:nvPr/>
          </p:nvGrpSpPr>
          <p:grpSpPr>
            <a:xfrm rot="-8100000">
              <a:off x="344623" y="-1788220"/>
              <a:ext cx="2915004" cy="3823461"/>
              <a:chOff x="2976325" y="908175"/>
              <a:chExt cx="4028179" cy="5283555"/>
            </a:xfrm>
          </p:grpSpPr>
          <p:sp>
            <p:nvSpPr>
              <p:cNvPr id="931" name="Google Shape;931;p22"/>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2"/>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2"/>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4" name="Google Shape;934;p22"/>
            <p:cNvGrpSpPr/>
            <p:nvPr/>
          </p:nvGrpSpPr>
          <p:grpSpPr>
            <a:xfrm>
              <a:off x="-272968" y="261330"/>
              <a:ext cx="799446" cy="546640"/>
              <a:chOff x="39722" y="4349021"/>
              <a:chExt cx="1061964" cy="726143"/>
            </a:xfrm>
          </p:grpSpPr>
          <p:grpSp>
            <p:nvGrpSpPr>
              <p:cNvPr id="935" name="Google Shape;935;p22"/>
              <p:cNvGrpSpPr/>
              <p:nvPr/>
            </p:nvGrpSpPr>
            <p:grpSpPr>
              <a:xfrm rot="2700000">
                <a:off x="140502" y="4460924"/>
                <a:ext cx="524584" cy="502337"/>
                <a:chOff x="1189791" y="-1767331"/>
                <a:chExt cx="904284" cy="865933"/>
              </a:xfrm>
            </p:grpSpPr>
            <p:sp>
              <p:nvSpPr>
                <p:cNvPr id="936" name="Google Shape;936;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7" name="Google Shape;937;p22"/>
                <p:cNvGrpSpPr/>
                <p:nvPr/>
              </p:nvGrpSpPr>
              <p:grpSpPr>
                <a:xfrm>
                  <a:off x="1232795" y="-1740829"/>
                  <a:ext cx="717621" cy="717392"/>
                  <a:chOff x="1483457" y="3953671"/>
                  <a:chExt cx="717621" cy="717392"/>
                </a:xfrm>
              </p:grpSpPr>
              <p:sp>
                <p:nvSpPr>
                  <p:cNvPr id="938" name="Google Shape;938;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3" name="Google Shape;943;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4" name="Google Shape;944;p22"/>
          <p:cNvGrpSpPr/>
          <p:nvPr/>
        </p:nvGrpSpPr>
        <p:grpSpPr>
          <a:xfrm>
            <a:off x="-224248" y="3297090"/>
            <a:ext cx="605804" cy="2417785"/>
            <a:chOff x="-224248" y="3297090"/>
            <a:chExt cx="605804" cy="2417785"/>
          </a:xfrm>
        </p:grpSpPr>
        <p:grpSp>
          <p:nvGrpSpPr>
            <p:cNvPr id="945" name="Google Shape;945;p22"/>
            <p:cNvGrpSpPr/>
            <p:nvPr/>
          </p:nvGrpSpPr>
          <p:grpSpPr>
            <a:xfrm>
              <a:off x="143770" y="3630885"/>
              <a:ext cx="237785" cy="2083990"/>
              <a:chOff x="1040050" y="3812126"/>
              <a:chExt cx="208200" cy="1824700"/>
            </a:xfrm>
          </p:grpSpPr>
          <p:sp>
            <p:nvSpPr>
              <p:cNvPr id="946" name="Google Shape;946;p22"/>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2"/>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8" name="Google Shape;948;p22"/>
            <p:cNvGrpSpPr/>
            <p:nvPr/>
          </p:nvGrpSpPr>
          <p:grpSpPr>
            <a:xfrm rot="10800000">
              <a:off x="-224248" y="3297090"/>
              <a:ext cx="439200" cy="439100"/>
              <a:chOff x="1101075" y="2142375"/>
              <a:chExt cx="439200" cy="439100"/>
            </a:xfrm>
          </p:grpSpPr>
          <p:sp>
            <p:nvSpPr>
              <p:cNvPr id="949" name="Google Shape;949;p2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51" name="Google Shape;951;p22"/>
          <p:cNvGrpSpPr/>
          <p:nvPr/>
        </p:nvGrpSpPr>
        <p:grpSpPr>
          <a:xfrm>
            <a:off x="3585480" y="-1456810"/>
            <a:ext cx="3681465" cy="2759625"/>
            <a:chOff x="3585480" y="-1380610"/>
            <a:chExt cx="3681465" cy="2759625"/>
          </a:xfrm>
        </p:grpSpPr>
        <p:pic>
          <p:nvPicPr>
            <p:cNvPr id="952" name="Google Shape;952;p22"/>
            <p:cNvPicPr preferRelativeResize="0"/>
            <p:nvPr/>
          </p:nvPicPr>
          <p:blipFill rotWithShape="1">
            <a:blip r:embed="rId2">
              <a:alphaModFix/>
            </a:blip>
            <a:srcRect l="16960" t="24718" r="7121" b="26177"/>
            <a:stretch/>
          </p:blipFill>
          <p:spPr>
            <a:xfrm rot="10800000" flipH="1">
              <a:off x="3585480" y="-1380610"/>
              <a:ext cx="3615750" cy="2759625"/>
            </a:xfrm>
            <a:prstGeom prst="rect">
              <a:avLst/>
            </a:prstGeom>
            <a:noFill/>
            <a:ln>
              <a:noFill/>
            </a:ln>
          </p:spPr>
        </p:pic>
        <p:grpSp>
          <p:nvGrpSpPr>
            <p:cNvPr id="953" name="Google Shape;953;p22"/>
            <p:cNvGrpSpPr/>
            <p:nvPr/>
          </p:nvGrpSpPr>
          <p:grpSpPr>
            <a:xfrm>
              <a:off x="6590156" y="-232440"/>
              <a:ext cx="676790" cy="462843"/>
              <a:chOff x="39722" y="4349021"/>
              <a:chExt cx="1061964" cy="726143"/>
            </a:xfrm>
          </p:grpSpPr>
          <p:grpSp>
            <p:nvGrpSpPr>
              <p:cNvPr id="954" name="Google Shape;954;p22"/>
              <p:cNvGrpSpPr/>
              <p:nvPr/>
            </p:nvGrpSpPr>
            <p:grpSpPr>
              <a:xfrm rot="2700000">
                <a:off x="140502" y="4460924"/>
                <a:ext cx="524584" cy="502337"/>
                <a:chOff x="1189791" y="-1767331"/>
                <a:chExt cx="904284" cy="865933"/>
              </a:xfrm>
            </p:grpSpPr>
            <p:sp>
              <p:nvSpPr>
                <p:cNvPr id="955" name="Google Shape;955;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6" name="Google Shape;956;p22"/>
                <p:cNvGrpSpPr/>
                <p:nvPr/>
              </p:nvGrpSpPr>
              <p:grpSpPr>
                <a:xfrm>
                  <a:off x="1232795" y="-1740829"/>
                  <a:ext cx="717621" cy="717392"/>
                  <a:chOff x="1483457" y="3953671"/>
                  <a:chExt cx="717621" cy="717392"/>
                </a:xfrm>
              </p:grpSpPr>
              <p:sp>
                <p:nvSpPr>
                  <p:cNvPr id="957" name="Google Shape;957;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62" name="Google Shape;962;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3" name="Google Shape;963;p22"/>
            <p:cNvGrpSpPr/>
            <p:nvPr/>
          </p:nvGrpSpPr>
          <p:grpSpPr>
            <a:xfrm>
              <a:off x="6003005" y="-274104"/>
              <a:ext cx="799446" cy="546640"/>
              <a:chOff x="39722" y="4349021"/>
              <a:chExt cx="1061964" cy="726143"/>
            </a:xfrm>
          </p:grpSpPr>
          <p:grpSp>
            <p:nvGrpSpPr>
              <p:cNvPr id="964" name="Google Shape;964;p22"/>
              <p:cNvGrpSpPr/>
              <p:nvPr/>
            </p:nvGrpSpPr>
            <p:grpSpPr>
              <a:xfrm rot="2700000">
                <a:off x="140502" y="4460924"/>
                <a:ext cx="524584" cy="502337"/>
                <a:chOff x="1189791" y="-1767331"/>
                <a:chExt cx="904284" cy="865933"/>
              </a:xfrm>
            </p:grpSpPr>
            <p:sp>
              <p:nvSpPr>
                <p:cNvPr id="965" name="Google Shape;965;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6" name="Google Shape;966;p22"/>
                <p:cNvGrpSpPr/>
                <p:nvPr/>
              </p:nvGrpSpPr>
              <p:grpSpPr>
                <a:xfrm>
                  <a:off x="1232795" y="-1740829"/>
                  <a:ext cx="717621" cy="717392"/>
                  <a:chOff x="1483457" y="3953671"/>
                  <a:chExt cx="717621" cy="717392"/>
                </a:xfrm>
              </p:grpSpPr>
              <p:sp>
                <p:nvSpPr>
                  <p:cNvPr id="967" name="Google Shape;967;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72" name="Google Shape;972;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049"/>
        <p:cNvGrpSpPr/>
        <p:nvPr/>
      </p:nvGrpSpPr>
      <p:grpSpPr>
        <a:xfrm>
          <a:off x="0" y="0"/>
          <a:ext cx="0" cy="0"/>
          <a:chOff x="0" y="0"/>
          <a:chExt cx="0" cy="0"/>
        </a:xfrm>
      </p:grpSpPr>
      <p:grpSp>
        <p:nvGrpSpPr>
          <p:cNvPr id="1050" name="Google Shape;1050;p24"/>
          <p:cNvGrpSpPr/>
          <p:nvPr/>
        </p:nvGrpSpPr>
        <p:grpSpPr>
          <a:xfrm>
            <a:off x="7059553" y="-2136808"/>
            <a:ext cx="4192757" cy="4558967"/>
            <a:chOff x="6983353" y="-2136808"/>
            <a:chExt cx="4192757" cy="4558967"/>
          </a:xfrm>
        </p:grpSpPr>
        <p:grpSp>
          <p:nvGrpSpPr>
            <p:cNvPr id="1051" name="Google Shape;1051;p24"/>
            <p:cNvGrpSpPr/>
            <p:nvPr/>
          </p:nvGrpSpPr>
          <p:grpSpPr>
            <a:xfrm rot="-509296">
              <a:off x="7187207" y="-982000"/>
              <a:ext cx="3785049" cy="3043008"/>
              <a:chOff x="7103825" y="-713112"/>
              <a:chExt cx="3785226" cy="3043150"/>
            </a:xfrm>
          </p:grpSpPr>
          <p:sp>
            <p:nvSpPr>
              <p:cNvPr id="1052" name="Google Shape;1052;p24"/>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3" name="Google Shape;1053;p24"/>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grpSp>
          <p:nvGrpSpPr>
            <p:cNvPr id="1054" name="Google Shape;1054;p24"/>
            <p:cNvGrpSpPr/>
            <p:nvPr/>
          </p:nvGrpSpPr>
          <p:grpSpPr>
            <a:xfrm rot="5400000">
              <a:off x="6489450" y="75626"/>
              <a:ext cx="4558967" cy="134100"/>
              <a:chOff x="796100" y="3019701"/>
              <a:chExt cx="4558967" cy="134100"/>
            </a:xfrm>
          </p:grpSpPr>
          <p:sp>
            <p:nvSpPr>
              <p:cNvPr id="1055" name="Google Shape;1055;p24"/>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56" name="Google Shape;1056;p24"/>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57" name="Google Shape;1057;p24"/>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58" name="Google Shape;1058;p24"/>
          <p:cNvSpPr txBox="1">
            <a:spLocks noGrp="1"/>
          </p:cNvSpPr>
          <p:nvPr>
            <p:ph type="subTitle" idx="1"/>
          </p:nvPr>
        </p:nvSpPr>
        <p:spPr>
          <a:xfrm>
            <a:off x="720000"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9" name="Google Shape;1059;p24"/>
          <p:cNvSpPr txBox="1">
            <a:spLocks noGrp="1"/>
          </p:cNvSpPr>
          <p:nvPr>
            <p:ph type="subTitle" idx="2"/>
          </p:nvPr>
        </p:nvSpPr>
        <p:spPr>
          <a:xfrm>
            <a:off x="3584484"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60" name="Google Shape;1060;p24"/>
          <p:cNvSpPr txBox="1">
            <a:spLocks noGrp="1"/>
          </p:cNvSpPr>
          <p:nvPr>
            <p:ph type="subTitle" idx="3"/>
          </p:nvPr>
        </p:nvSpPr>
        <p:spPr>
          <a:xfrm>
            <a:off x="6448975"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61" name="Google Shape;1061;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62" name="Google Shape;1062;p24"/>
          <p:cNvSpPr txBox="1">
            <a:spLocks noGrp="1"/>
          </p:cNvSpPr>
          <p:nvPr>
            <p:ph type="subTitle" idx="4"/>
          </p:nvPr>
        </p:nvSpPr>
        <p:spPr>
          <a:xfrm>
            <a:off x="720000"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063" name="Google Shape;1063;p24"/>
          <p:cNvSpPr txBox="1">
            <a:spLocks noGrp="1"/>
          </p:cNvSpPr>
          <p:nvPr>
            <p:ph type="subTitle" idx="5"/>
          </p:nvPr>
        </p:nvSpPr>
        <p:spPr>
          <a:xfrm>
            <a:off x="3584483"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064" name="Google Shape;1064;p24"/>
          <p:cNvSpPr txBox="1">
            <a:spLocks noGrp="1"/>
          </p:cNvSpPr>
          <p:nvPr>
            <p:ph type="subTitle" idx="6"/>
          </p:nvPr>
        </p:nvSpPr>
        <p:spPr>
          <a:xfrm>
            <a:off x="6448972"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065" name="Google Shape;1065;p24"/>
          <p:cNvGrpSpPr/>
          <p:nvPr/>
        </p:nvGrpSpPr>
        <p:grpSpPr>
          <a:xfrm>
            <a:off x="6067575" y="2796625"/>
            <a:ext cx="4006263" cy="4771152"/>
            <a:chOff x="5915175" y="2339425"/>
            <a:chExt cx="4006263" cy="4771152"/>
          </a:xfrm>
        </p:grpSpPr>
        <p:sp>
          <p:nvSpPr>
            <p:cNvPr id="1066" name="Google Shape;1066;p24"/>
            <p:cNvSpPr/>
            <p:nvPr/>
          </p:nvSpPr>
          <p:spPr>
            <a:xfrm>
              <a:off x="5915175" y="23612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24"/>
            <p:cNvSpPr/>
            <p:nvPr/>
          </p:nvSpPr>
          <p:spPr>
            <a:xfrm>
              <a:off x="6873793" y="23394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8" name="Google Shape;1068;p24"/>
            <p:cNvGrpSpPr/>
            <p:nvPr/>
          </p:nvGrpSpPr>
          <p:grpSpPr>
            <a:xfrm>
              <a:off x="7520550" y="4608575"/>
              <a:ext cx="582050" cy="582425"/>
              <a:chOff x="959750" y="3039275"/>
              <a:chExt cx="582050" cy="582425"/>
            </a:xfrm>
          </p:grpSpPr>
          <p:sp>
            <p:nvSpPr>
              <p:cNvPr id="1069" name="Google Shape;1069;p2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6" name="Google Shape;1076;p24"/>
            <p:cNvGrpSpPr/>
            <p:nvPr/>
          </p:nvGrpSpPr>
          <p:grpSpPr>
            <a:xfrm>
              <a:off x="8484675" y="3658275"/>
              <a:ext cx="582050" cy="582425"/>
              <a:chOff x="959750" y="3039275"/>
              <a:chExt cx="582050" cy="582425"/>
            </a:xfrm>
          </p:grpSpPr>
          <p:sp>
            <p:nvSpPr>
              <p:cNvPr id="1077" name="Google Shape;1077;p2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84" name="Google Shape;1084;p24"/>
          <p:cNvGrpSpPr/>
          <p:nvPr/>
        </p:nvGrpSpPr>
        <p:grpSpPr>
          <a:xfrm>
            <a:off x="-235366" y="3828554"/>
            <a:ext cx="5249359" cy="2992224"/>
            <a:chOff x="-258616" y="3430829"/>
            <a:chExt cx="5249359" cy="2992224"/>
          </a:xfrm>
        </p:grpSpPr>
        <p:pic>
          <p:nvPicPr>
            <p:cNvPr id="1085" name="Google Shape;1085;p24"/>
            <p:cNvPicPr preferRelativeResize="0"/>
            <p:nvPr/>
          </p:nvPicPr>
          <p:blipFill rotWithShape="1">
            <a:blip r:embed="rId3">
              <a:alphaModFix/>
            </a:blip>
            <a:srcRect l="16960" t="24718" r="7121" b="26177"/>
            <a:stretch/>
          </p:blipFill>
          <p:spPr>
            <a:xfrm>
              <a:off x="1070243" y="3430829"/>
              <a:ext cx="3920501" cy="2992224"/>
            </a:xfrm>
            <a:prstGeom prst="rect">
              <a:avLst/>
            </a:prstGeom>
            <a:noFill/>
            <a:ln>
              <a:noFill/>
            </a:ln>
          </p:spPr>
        </p:pic>
        <p:sp>
          <p:nvSpPr>
            <p:cNvPr id="1086" name="Google Shape;1086;p24"/>
            <p:cNvSpPr/>
            <p:nvPr/>
          </p:nvSpPr>
          <p:spPr>
            <a:xfrm>
              <a:off x="363250" y="46677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4"/>
            <p:cNvSpPr/>
            <p:nvPr/>
          </p:nvSpPr>
          <p:spPr>
            <a:xfrm>
              <a:off x="941424" y="47243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4"/>
            <p:cNvSpPr/>
            <p:nvPr/>
          </p:nvSpPr>
          <p:spPr>
            <a:xfrm>
              <a:off x="820562" y="49581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4"/>
            <p:cNvSpPr/>
            <p:nvPr/>
          </p:nvSpPr>
          <p:spPr>
            <a:xfrm>
              <a:off x="1299000" y="4608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4"/>
            <p:cNvSpPr/>
            <p:nvPr/>
          </p:nvSpPr>
          <p:spPr>
            <a:xfrm rot="5400000">
              <a:off x="447539" y="31337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1" name="Google Shape;1091;p24"/>
            <p:cNvGrpSpPr/>
            <p:nvPr/>
          </p:nvGrpSpPr>
          <p:grpSpPr>
            <a:xfrm>
              <a:off x="736485" y="4387072"/>
              <a:ext cx="161977" cy="161940"/>
              <a:chOff x="1101075" y="2142375"/>
              <a:chExt cx="439200" cy="439100"/>
            </a:xfrm>
          </p:grpSpPr>
          <p:sp>
            <p:nvSpPr>
              <p:cNvPr id="1092" name="Google Shape;1092;p2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4" name="Google Shape;1094;p24"/>
            <p:cNvGrpSpPr/>
            <p:nvPr/>
          </p:nvGrpSpPr>
          <p:grpSpPr>
            <a:xfrm rot="10800000">
              <a:off x="2118901" y="4805293"/>
              <a:ext cx="161977" cy="161940"/>
              <a:chOff x="1101075" y="2142375"/>
              <a:chExt cx="439200" cy="439100"/>
            </a:xfrm>
          </p:grpSpPr>
          <p:sp>
            <p:nvSpPr>
              <p:cNvPr id="1095" name="Google Shape;1095;p2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97" name="Google Shape;1097;p24"/>
          <p:cNvGrpSpPr/>
          <p:nvPr/>
        </p:nvGrpSpPr>
        <p:grpSpPr>
          <a:xfrm>
            <a:off x="-515563" y="-797996"/>
            <a:ext cx="1433417" cy="2584783"/>
            <a:chOff x="-363163" y="-645596"/>
            <a:chExt cx="1433417" cy="2584783"/>
          </a:xfrm>
        </p:grpSpPr>
        <p:grpSp>
          <p:nvGrpSpPr>
            <p:cNvPr id="1098" name="Google Shape;1098;p24"/>
            <p:cNvGrpSpPr/>
            <p:nvPr/>
          </p:nvGrpSpPr>
          <p:grpSpPr>
            <a:xfrm rot="10800000">
              <a:off x="-64595" y="-645596"/>
              <a:ext cx="1134849" cy="2370191"/>
              <a:chOff x="-575575" y="3685599"/>
              <a:chExt cx="1421048" cy="2967932"/>
            </a:xfrm>
          </p:grpSpPr>
          <p:sp>
            <p:nvSpPr>
              <p:cNvPr id="1099" name="Google Shape;1099;p24"/>
              <p:cNvSpPr/>
              <p:nvPr/>
            </p:nvSpPr>
            <p:spPr>
              <a:xfrm>
                <a:off x="-575575" y="36855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4"/>
              <p:cNvSpPr/>
              <p:nvPr/>
            </p:nvSpPr>
            <p:spPr>
              <a:xfrm rot="10800000">
                <a:off x="-575573" y="3820175"/>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1" name="Google Shape;1101;p24"/>
            <p:cNvSpPr/>
            <p:nvPr/>
          </p:nvSpPr>
          <p:spPr>
            <a:xfrm>
              <a:off x="0" y="36165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4"/>
            <p:cNvSpPr/>
            <p:nvPr/>
          </p:nvSpPr>
          <p:spPr>
            <a:xfrm>
              <a:off x="131225" y="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3" name="Google Shape;1103;p24"/>
            <p:cNvGrpSpPr/>
            <p:nvPr/>
          </p:nvGrpSpPr>
          <p:grpSpPr>
            <a:xfrm rot="-2700000" flipH="1">
              <a:off x="-216370" y="1084101"/>
              <a:ext cx="708093" cy="708493"/>
              <a:chOff x="3678700" y="407275"/>
              <a:chExt cx="708100" cy="708500"/>
            </a:xfrm>
          </p:grpSpPr>
          <p:sp>
            <p:nvSpPr>
              <p:cNvPr id="1104" name="Google Shape;1104;p24"/>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4"/>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4"/>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4"/>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4"/>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4"/>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4"/>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164"/>
        <p:cNvGrpSpPr/>
        <p:nvPr/>
      </p:nvGrpSpPr>
      <p:grpSpPr>
        <a:xfrm>
          <a:off x="0" y="0"/>
          <a:ext cx="0" cy="0"/>
          <a:chOff x="0" y="0"/>
          <a:chExt cx="0" cy="0"/>
        </a:xfrm>
      </p:grpSpPr>
      <p:sp>
        <p:nvSpPr>
          <p:cNvPr id="1165" name="Google Shape;1165;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66" name="Google Shape;1166;p26"/>
          <p:cNvSpPr txBox="1">
            <a:spLocks noGrp="1"/>
          </p:cNvSpPr>
          <p:nvPr>
            <p:ph type="subTitle" idx="1"/>
          </p:nvPr>
        </p:nvSpPr>
        <p:spPr>
          <a:xfrm>
            <a:off x="1804750" y="1935218"/>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7" name="Google Shape;1167;p26"/>
          <p:cNvSpPr txBox="1">
            <a:spLocks noGrp="1"/>
          </p:cNvSpPr>
          <p:nvPr>
            <p:ph type="subTitle" idx="2"/>
          </p:nvPr>
        </p:nvSpPr>
        <p:spPr>
          <a:xfrm>
            <a:off x="5237152" y="1935218"/>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8" name="Google Shape;1168;p26"/>
          <p:cNvSpPr txBox="1">
            <a:spLocks noGrp="1"/>
          </p:cNvSpPr>
          <p:nvPr>
            <p:ph type="subTitle" idx="3"/>
          </p:nvPr>
        </p:nvSpPr>
        <p:spPr>
          <a:xfrm>
            <a:off x="1804750" y="3561374"/>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9" name="Google Shape;1169;p26"/>
          <p:cNvSpPr txBox="1">
            <a:spLocks noGrp="1"/>
          </p:cNvSpPr>
          <p:nvPr>
            <p:ph type="subTitle" idx="4"/>
          </p:nvPr>
        </p:nvSpPr>
        <p:spPr>
          <a:xfrm>
            <a:off x="5237152" y="3561374"/>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70" name="Google Shape;1170;p26"/>
          <p:cNvSpPr txBox="1">
            <a:spLocks noGrp="1"/>
          </p:cNvSpPr>
          <p:nvPr>
            <p:ph type="subTitle" idx="5"/>
          </p:nvPr>
        </p:nvSpPr>
        <p:spPr>
          <a:xfrm>
            <a:off x="1804750" y="1605775"/>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1" name="Google Shape;1171;p26"/>
          <p:cNvSpPr txBox="1">
            <a:spLocks noGrp="1"/>
          </p:cNvSpPr>
          <p:nvPr>
            <p:ph type="subTitle" idx="6"/>
          </p:nvPr>
        </p:nvSpPr>
        <p:spPr>
          <a:xfrm>
            <a:off x="5237150" y="1605775"/>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2" name="Google Shape;1172;p26"/>
          <p:cNvSpPr txBox="1">
            <a:spLocks noGrp="1"/>
          </p:cNvSpPr>
          <p:nvPr>
            <p:ph type="subTitle" idx="7"/>
          </p:nvPr>
        </p:nvSpPr>
        <p:spPr>
          <a:xfrm>
            <a:off x="1804750" y="3231981"/>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3" name="Google Shape;1173;p26"/>
          <p:cNvSpPr txBox="1">
            <a:spLocks noGrp="1"/>
          </p:cNvSpPr>
          <p:nvPr>
            <p:ph type="subTitle" idx="8"/>
          </p:nvPr>
        </p:nvSpPr>
        <p:spPr>
          <a:xfrm>
            <a:off x="5237150" y="3231981"/>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174" name="Google Shape;1174;p26"/>
          <p:cNvGrpSpPr/>
          <p:nvPr/>
        </p:nvGrpSpPr>
        <p:grpSpPr>
          <a:xfrm>
            <a:off x="-2902027" y="1271890"/>
            <a:ext cx="6191222" cy="6191222"/>
            <a:chOff x="-2825827" y="1271890"/>
            <a:chExt cx="6191222" cy="6191222"/>
          </a:xfrm>
        </p:grpSpPr>
        <p:pic>
          <p:nvPicPr>
            <p:cNvPr id="1175" name="Google Shape;1175;p26"/>
            <p:cNvPicPr preferRelativeResize="0"/>
            <p:nvPr/>
          </p:nvPicPr>
          <p:blipFill rotWithShape="1">
            <a:blip r:embed="rId2">
              <a:alphaModFix/>
            </a:blip>
            <a:srcRect l="16960" t="24718" r="7121" b="26177"/>
            <a:stretch/>
          </p:blipFill>
          <p:spPr>
            <a:xfrm>
              <a:off x="-680950" y="3866725"/>
              <a:ext cx="2441950" cy="1863749"/>
            </a:xfrm>
            <a:prstGeom prst="rect">
              <a:avLst/>
            </a:prstGeom>
            <a:noFill/>
            <a:ln>
              <a:noFill/>
            </a:ln>
          </p:spPr>
        </p:pic>
        <p:grpSp>
          <p:nvGrpSpPr>
            <p:cNvPr id="1176" name="Google Shape;1176;p26"/>
            <p:cNvGrpSpPr/>
            <p:nvPr/>
          </p:nvGrpSpPr>
          <p:grpSpPr>
            <a:xfrm>
              <a:off x="-2825827" y="1271890"/>
              <a:ext cx="6191222" cy="6191222"/>
              <a:chOff x="-2825827" y="1271890"/>
              <a:chExt cx="6191222" cy="6191222"/>
            </a:xfrm>
          </p:grpSpPr>
          <p:sp>
            <p:nvSpPr>
              <p:cNvPr id="1177" name="Google Shape;1177;p26"/>
              <p:cNvSpPr/>
              <p:nvPr/>
            </p:nvSpPr>
            <p:spPr>
              <a:xfrm rot="2700000" flipH="1">
                <a:off x="-1733384" y="199281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6"/>
              <p:cNvSpPr/>
              <p:nvPr/>
            </p:nvSpPr>
            <p:spPr>
              <a:xfrm rot="2700000" flipH="1">
                <a:off x="-1192832" y="2500186"/>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9" name="Google Shape;1179;p26"/>
              <p:cNvGrpSpPr/>
              <p:nvPr/>
            </p:nvGrpSpPr>
            <p:grpSpPr>
              <a:xfrm rot="10800000">
                <a:off x="384881" y="3042905"/>
                <a:ext cx="134100" cy="134100"/>
                <a:chOff x="-1999139" y="3143772"/>
                <a:chExt cx="134100" cy="134100"/>
              </a:xfrm>
            </p:grpSpPr>
            <p:sp>
              <p:nvSpPr>
                <p:cNvPr id="1180" name="Google Shape;1180;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2" name="Google Shape;1182;p26"/>
              <p:cNvGrpSpPr/>
              <p:nvPr/>
            </p:nvGrpSpPr>
            <p:grpSpPr>
              <a:xfrm rot="10800000">
                <a:off x="146106" y="3710980"/>
                <a:ext cx="134100" cy="134100"/>
                <a:chOff x="-1999139" y="3143772"/>
                <a:chExt cx="134100" cy="134100"/>
              </a:xfrm>
            </p:grpSpPr>
            <p:sp>
              <p:nvSpPr>
                <p:cNvPr id="1183" name="Google Shape;1183;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5" name="Google Shape;1185;p26"/>
              <p:cNvGrpSpPr/>
              <p:nvPr/>
            </p:nvGrpSpPr>
            <p:grpSpPr>
              <a:xfrm>
                <a:off x="-102297" y="3780153"/>
                <a:ext cx="939901" cy="2449421"/>
                <a:chOff x="-102297" y="3780153"/>
                <a:chExt cx="939901" cy="2449421"/>
              </a:xfrm>
            </p:grpSpPr>
            <p:sp>
              <p:nvSpPr>
                <p:cNvPr id="1186" name="Google Shape;1186;p26"/>
                <p:cNvSpPr/>
                <p:nvPr/>
              </p:nvSpPr>
              <p:spPr>
                <a:xfrm rot="10800000">
                  <a:off x="260154" y="4254866"/>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6"/>
                <p:cNvSpPr/>
                <p:nvPr/>
              </p:nvSpPr>
              <p:spPr>
                <a:xfrm rot="10800000">
                  <a:off x="-102297" y="3780153"/>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8" name="Google Shape;1188;p26"/>
                <p:cNvGrpSpPr/>
                <p:nvPr/>
              </p:nvGrpSpPr>
              <p:grpSpPr>
                <a:xfrm rot="10800000">
                  <a:off x="532825" y="5492502"/>
                  <a:ext cx="134004" cy="134004"/>
                  <a:chOff x="8356813" y="1074288"/>
                  <a:chExt cx="351900" cy="351900"/>
                </a:xfrm>
              </p:grpSpPr>
              <p:sp>
                <p:nvSpPr>
                  <p:cNvPr id="1189" name="Google Shape;1189;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1191" name="Google Shape;1191;p26"/>
          <p:cNvGrpSpPr/>
          <p:nvPr/>
        </p:nvGrpSpPr>
        <p:grpSpPr>
          <a:xfrm>
            <a:off x="5650173" y="-1036475"/>
            <a:ext cx="6191222" cy="6865137"/>
            <a:chOff x="5497773" y="-1036475"/>
            <a:chExt cx="6191222" cy="6865137"/>
          </a:xfrm>
        </p:grpSpPr>
        <p:grpSp>
          <p:nvGrpSpPr>
            <p:cNvPr id="1192" name="Google Shape;1192;p26"/>
            <p:cNvGrpSpPr/>
            <p:nvPr/>
          </p:nvGrpSpPr>
          <p:grpSpPr>
            <a:xfrm>
              <a:off x="5497773" y="-362560"/>
              <a:ext cx="6191222" cy="6191222"/>
              <a:chOff x="5584373" y="-362560"/>
              <a:chExt cx="6191222" cy="6191222"/>
            </a:xfrm>
          </p:grpSpPr>
          <p:grpSp>
            <p:nvGrpSpPr>
              <p:cNvPr id="1193" name="Google Shape;1193;p26"/>
              <p:cNvGrpSpPr/>
              <p:nvPr/>
            </p:nvGrpSpPr>
            <p:grpSpPr>
              <a:xfrm>
                <a:off x="5584373" y="-362560"/>
                <a:ext cx="6191222" cy="6191222"/>
                <a:chOff x="5443673" y="-405860"/>
                <a:chExt cx="6191222" cy="6191222"/>
              </a:xfrm>
            </p:grpSpPr>
            <p:sp>
              <p:nvSpPr>
                <p:cNvPr id="1194" name="Google Shape;1194;p26"/>
                <p:cNvSpPr/>
                <p:nvPr/>
              </p:nvSpPr>
              <p:spPr>
                <a:xfrm rot="-8100000" flipH="1">
                  <a:off x="6536116" y="31506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6"/>
                <p:cNvSpPr/>
                <p:nvPr/>
              </p:nvSpPr>
              <p:spPr>
                <a:xfrm rot="-8100000" flipH="1">
                  <a:off x="7076657" y="1499343"/>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6"/>
                <p:cNvSpPr/>
                <p:nvPr/>
              </p:nvSpPr>
              <p:spPr>
                <a:xfrm>
                  <a:off x="8301511" y="-335348"/>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6"/>
                <p:cNvSpPr/>
                <p:nvPr/>
              </p:nvSpPr>
              <p:spPr>
                <a:xfrm>
                  <a:off x="8554000" y="27076"/>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8" name="Google Shape;1198;p26"/>
              <p:cNvGrpSpPr/>
              <p:nvPr/>
            </p:nvGrpSpPr>
            <p:grpSpPr>
              <a:xfrm>
                <a:off x="8430786" y="3923547"/>
                <a:ext cx="134100" cy="134100"/>
                <a:chOff x="-1999139" y="3143772"/>
                <a:chExt cx="134100" cy="134100"/>
              </a:xfrm>
            </p:grpSpPr>
            <p:sp>
              <p:nvSpPr>
                <p:cNvPr id="1199" name="Google Shape;1199;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1" name="Google Shape;1201;p26"/>
              <p:cNvGrpSpPr/>
              <p:nvPr/>
            </p:nvGrpSpPr>
            <p:grpSpPr>
              <a:xfrm>
                <a:off x="8669561" y="3255472"/>
                <a:ext cx="134100" cy="134100"/>
                <a:chOff x="-1999139" y="3143772"/>
                <a:chExt cx="134100" cy="134100"/>
              </a:xfrm>
            </p:grpSpPr>
            <p:sp>
              <p:nvSpPr>
                <p:cNvPr id="1202" name="Google Shape;1202;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4" name="Google Shape;1204;p26"/>
              <p:cNvGrpSpPr/>
              <p:nvPr/>
            </p:nvGrpSpPr>
            <p:grpSpPr>
              <a:xfrm>
                <a:off x="8612986" y="311022"/>
                <a:ext cx="134004" cy="134004"/>
                <a:chOff x="8356813" y="1074288"/>
                <a:chExt cx="351900" cy="351900"/>
              </a:xfrm>
            </p:grpSpPr>
            <p:sp>
              <p:nvSpPr>
                <p:cNvPr id="1205" name="Google Shape;1205;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207" name="Google Shape;1207;p26"/>
            <p:cNvPicPr preferRelativeResize="0"/>
            <p:nvPr/>
          </p:nvPicPr>
          <p:blipFill rotWithShape="1">
            <a:blip r:embed="rId2">
              <a:alphaModFix/>
            </a:blip>
            <a:srcRect l="16960" t="24718" r="7121" b="26177"/>
            <a:stretch/>
          </p:blipFill>
          <p:spPr>
            <a:xfrm>
              <a:off x="6929350" y="-1036475"/>
              <a:ext cx="2441950" cy="1863749"/>
            </a:xfrm>
            <a:prstGeom prst="rect">
              <a:avLst/>
            </a:prstGeom>
            <a:noFill/>
            <a:ln>
              <a:noFill/>
            </a:ln>
          </p:spPr>
        </p:pic>
      </p:grpSp>
      <p:grpSp>
        <p:nvGrpSpPr>
          <p:cNvPr id="1208" name="Google Shape;1208;p26"/>
          <p:cNvGrpSpPr/>
          <p:nvPr/>
        </p:nvGrpSpPr>
        <p:grpSpPr>
          <a:xfrm>
            <a:off x="3983988" y="4933175"/>
            <a:ext cx="667916" cy="439200"/>
            <a:chOff x="3983988" y="4933175"/>
            <a:chExt cx="667916" cy="439200"/>
          </a:xfrm>
        </p:grpSpPr>
        <p:grpSp>
          <p:nvGrpSpPr>
            <p:cNvPr id="1209" name="Google Shape;1209;p26"/>
            <p:cNvGrpSpPr/>
            <p:nvPr/>
          </p:nvGrpSpPr>
          <p:grpSpPr>
            <a:xfrm rot="5400000">
              <a:off x="3983938" y="4933225"/>
              <a:ext cx="439200" cy="439100"/>
              <a:chOff x="1101075" y="2142375"/>
              <a:chExt cx="439200" cy="439100"/>
            </a:xfrm>
          </p:grpSpPr>
          <p:sp>
            <p:nvSpPr>
              <p:cNvPr id="1210" name="Google Shape;1210;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2" name="Google Shape;1212;p26"/>
            <p:cNvGrpSpPr/>
            <p:nvPr/>
          </p:nvGrpSpPr>
          <p:grpSpPr>
            <a:xfrm rot="5400000">
              <a:off x="4423062" y="5038369"/>
              <a:ext cx="228867" cy="228815"/>
              <a:chOff x="1101075" y="2142375"/>
              <a:chExt cx="439200" cy="439100"/>
            </a:xfrm>
          </p:grpSpPr>
          <p:sp>
            <p:nvSpPr>
              <p:cNvPr id="1213" name="Google Shape;1213;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38"/>
        <p:cNvGrpSpPr/>
        <p:nvPr/>
      </p:nvGrpSpPr>
      <p:grpSpPr>
        <a:xfrm>
          <a:off x="0" y="0"/>
          <a:ext cx="0" cy="0"/>
          <a:chOff x="0" y="0"/>
          <a:chExt cx="0" cy="0"/>
        </a:xfrm>
      </p:grpSpPr>
      <p:grpSp>
        <p:nvGrpSpPr>
          <p:cNvPr id="1339" name="Google Shape;1339;p30"/>
          <p:cNvGrpSpPr/>
          <p:nvPr/>
        </p:nvGrpSpPr>
        <p:grpSpPr>
          <a:xfrm>
            <a:off x="-623241" y="3925887"/>
            <a:ext cx="2833357" cy="1517787"/>
            <a:chOff x="-623241" y="3849687"/>
            <a:chExt cx="2833357" cy="1517787"/>
          </a:xfrm>
        </p:grpSpPr>
        <p:grpSp>
          <p:nvGrpSpPr>
            <p:cNvPr id="1340" name="Google Shape;1340;p30"/>
            <p:cNvGrpSpPr/>
            <p:nvPr/>
          </p:nvGrpSpPr>
          <p:grpSpPr>
            <a:xfrm rot="5400000">
              <a:off x="-879113" y="4155104"/>
              <a:ext cx="1517787" cy="906953"/>
              <a:chOff x="-55500" y="4835979"/>
              <a:chExt cx="1517787" cy="906953"/>
            </a:xfrm>
          </p:grpSpPr>
          <p:sp>
            <p:nvSpPr>
              <p:cNvPr id="1341" name="Google Shape;1341;p30"/>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0"/>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0"/>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0"/>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5" name="Google Shape;1345;p30"/>
            <p:cNvGrpSpPr/>
            <p:nvPr/>
          </p:nvGrpSpPr>
          <p:grpSpPr>
            <a:xfrm>
              <a:off x="-623241" y="3946426"/>
              <a:ext cx="2833357" cy="1421047"/>
              <a:chOff x="-677366" y="4067276"/>
              <a:chExt cx="2833357" cy="1421047"/>
            </a:xfrm>
          </p:grpSpPr>
          <p:sp>
            <p:nvSpPr>
              <p:cNvPr id="1346" name="Google Shape;1346;p30"/>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7" name="Google Shape;1347;p30"/>
              <p:cNvGrpSpPr/>
              <p:nvPr/>
            </p:nvGrpSpPr>
            <p:grpSpPr>
              <a:xfrm>
                <a:off x="317735" y="4614472"/>
                <a:ext cx="161977" cy="161940"/>
                <a:chOff x="1101075" y="2142375"/>
                <a:chExt cx="439200" cy="439100"/>
              </a:xfrm>
            </p:grpSpPr>
            <p:sp>
              <p:nvSpPr>
                <p:cNvPr id="1348" name="Google Shape;1348;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0" name="Google Shape;1350;p30"/>
              <p:cNvGrpSpPr/>
              <p:nvPr/>
            </p:nvGrpSpPr>
            <p:grpSpPr>
              <a:xfrm rot="10800000">
                <a:off x="1700151" y="5032693"/>
                <a:ext cx="161977" cy="161940"/>
                <a:chOff x="1101075" y="2142375"/>
                <a:chExt cx="439200" cy="439100"/>
              </a:xfrm>
            </p:grpSpPr>
            <p:sp>
              <p:nvSpPr>
                <p:cNvPr id="1351" name="Google Shape;1351;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3" name="Google Shape;1353;p30"/>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4" name="Google Shape;1354;p30"/>
          <p:cNvGrpSpPr/>
          <p:nvPr/>
        </p:nvGrpSpPr>
        <p:grpSpPr>
          <a:xfrm>
            <a:off x="6323925" y="-1678249"/>
            <a:ext cx="4189199" cy="3065874"/>
            <a:chOff x="6171525" y="-1678249"/>
            <a:chExt cx="4189199" cy="3065874"/>
          </a:xfrm>
        </p:grpSpPr>
        <p:sp>
          <p:nvSpPr>
            <p:cNvPr id="1355" name="Google Shape;1355;p30"/>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56" name="Google Shape;1356;p30"/>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357" name="Google Shape;1357;p30"/>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8" name="Google Shape;1358;p30"/>
            <p:cNvGrpSpPr/>
            <p:nvPr/>
          </p:nvGrpSpPr>
          <p:grpSpPr>
            <a:xfrm rot="-2700000">
              <a:off x="8302147" y="61289"/>
              <a:ext cx="582044" cy="582419"/>
              <a:chOff x="959750" y="3039275"/>
              <a:chExt cx="582050" cy="582425"/>
            </a:xfrm>
          </p:grpSpPr>
          <p:sp>
            <p:nvSpPr>
              <p:cNvPr id="1359" name="Google Shape;1359;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6" name="Google Shape;1366;p30"/>
            <p:cNvGrpSpPr/>
            <p:nvPr/>
          </p:nvGrpSpPr>
          <p:grpSpPr>
            <a:xfrm rot="-2700000">
              <a:off x="8551447" y="61289"/>
              <a:ext cx="582044" cy="582419"/>
              <a:chOff x="959750" y="3039275"/>
              <a:chExt cx="582050" cy="582425"/>
            </a:xfrm>
          </p:grpSpPr>
          <p:sp>
            <p:nvSpPr>
              <p:cNvPr id="1367" name="Google Shape;1367;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74" name="Google Shape;1374;p30"/>
          <p:cNvGrpSpPr/>
          <p:nvPr/>
        </p:nvGrpSpPr>
        <p:grpSpPr>
          <a:xfrm rot="2700000">
            <a:off x="8945322" y="2352177"/>
            <a:ext cx="439196" cy="439096"/>
            <a:chOff x="1101075" y="2142375"/>
            <a:chExt cx="439200" cy="439100"/>
          </a:xfrm>
        </p:grpSpPr>
        <p:sp>
          <p:nvSpPr>
            <p:cNvPr id="1375" name="Google Shape;1375;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2"/>
        </a:solidFill>
        <a:effectLst/>
      </p:bgPr>
    </p:bg>
    <p:spTree>
      <p:nvGrpSpPr>
        <p:cNvPr id="1" name="Shape 1377"/>
        <p:cNvGrpSpPr/>
        <p:nvPr/>
      </p:nvGrpSpPr>
      <p:grpSpPr>
        <a:xfrm>
          <a:off x="0" y="0"/>
          <a:ext cx="0" cy="0"/>
          <a:chOff x="0" y="0"/>
          <a:chExt cx="0" cy="0"/>
        </a:xfrm>
      </p:grpSpPr>
      <p:grpSp>
        <p:nvGrpSpPr>
          <p:cNvPr id="1378" name="Google Shape;1378;p31"/>
          <p:cNvGrpSpPr/>
          <p:nvPr/>
        </p:nvGrpSpPr>
        <p:grpSpPr>
          <a:xfrm>
            <a:off x="8332551" y="-7"/>
            <a:ext cx="2386151" cy="3293873"/>
            <a:chOff x="8256351" y="-7"/>
            <a:chExt cx="2386151" cy="3293873"/>
          </a:xfrm>
        </p:grpSpPr>
        <p:pic>
          <p:nvPicPr>
            <p:cNvPr id="1379" name="Google Shape;1379;p31"/>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1380" name="Google Shape;1380;p31"/>
            <p:cNvGrpSpPr/>
            <p:nvPr/>
          </p:nvGrpSpPr>
          <p:grpSpPr>
            <a:xfrm rot="10800000">
              <a:off x="8452444" y="-7"/>
              <a:ext cx="325154" cy="1788670"/>
              <a:chOff x="8869019" y="-622132"/>
              <a:chExt cx="325154" cy="1788670"/>
            </a:xfrm>
          </p:grpSpPr>
          <p:sp>
            <p:nvSpPr>
              <p:cNvPr id="1381" name="Google Shape;1381;p31"/>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2" name="Google Shape;1382;p31"/>
              <p:cNvGrpSpPr/>
              <p:nvPr/>
            </p:nvGrpSpPr>
            <p:grpSpPr>
              <a:xfrm rot="1800062">
                <a:off x="9035610" y="1007995"/>
                <a:ext cx="134040" cy="134009"/>
                <a:chOff x="1101075" y="2142375"/>
                <a:chExt cx="439200" cy="439100"/>
              </a:xfrm>
            </p:grpSpPr>
            <p:sp>
              <p:nvSpPr>
                <p:cNvPr id="1383" name="Google Shape;1383;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85" name="Google Shape;1385;p31"/>
          <p:cNvGrpSpPr/>
          <p:nvPr/>
        </p:nvGrpSpPr>
        <p:grpSpPr>
          <a:xfrm>
            <a:off x="-213525" y="171225"/>
            <a:ext cx="439200" cy="439100"/>
            <a:chOff x="1101075" y="2142375"/>
            <a:chExt cx="439200" cy="439100"/>
          </a:xfrm>
        </p:grpSpPr>
        <p:sp>
          <p:nvSpPr>
            <p:cNvPr id="1386" name="Google Shape;1386;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8" name="Google Shape;1388;p31"/>
          <p:cNvGrpSpPr/>
          <p:nvPr/>
        </p:nvGrpSpPr>
        <p:grpSpPr>
          <a:xfrm>
            <a:off x="-1262974" y="3161328"/>
            <a:ext cx="4822591" cy="2934500"/>
            <a:chOff x="-1186774" y="3161328"/>
            <a:chExt cx="4822591" cy="2934500"/>
          </a:xfrm>
        </p:grpSpPr>
        <p:pic>
          <p:nvPicPr>
            <p:cNvPr id="1389" name="Google Shape;1389;p31"/>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1390" name="Google Shape;1390;p31"/>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1" name="Google Shape;1391;p31"/>
            <p:cNvGrpSpPr/>
            <p:nvPr/>
          </p:nvGrpSpPr>
          <p:grpSpPr>
            <a:xfrm>
              <a:off x="58899" y="4608583"/>
              <a:ext cx="604346" cy="657081"/>
              <a:chOff x="58899" y="4608583"/>
              <a:chExt cx="604346" cy="657081"/>
            </a:xfrm>
          </p:grpSpPr>
          <p:grpSp>
            <p:nvGrpSpPr>
              <p:cNvPr id="1392" name="Google Shape;1392;p31"/>
              <p:cNvGrpSpPr/>
              <p:nvPr/>
            </p:nvGrpSpPr>
            <p:grpSpPr>
              <a:xfrm rot="10800000">
                <a:off x="58899" y="4608583"/>
                <a:ext cx="328346" cy="328531"/>
                <a:chOff x="3678700" y="407275"/>
                <a:chExt cx="708100" cy="708500"/>
              </a:xfrm>
            </p:grpSpPr>
            <p:sp>
              <p:nvSpPr>
                <p:cNvPr id="1393" name="Google Shape;1393;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0" name="Google Shape;1400;p31"/>
              <p:cNvGrpSpPr/>
              <p:nvPr/>
            </p:nvGrpSpPr>
            <p:grpSpPr>
              <a:xfrm rot="10800000">
                <a:off x="334899" y="4608583"/>
                <a:ext cx="328346" cy="328531"/>
                <a:chOff x="3678700" y="407275"/>
                <a:chExt cx="708100" cy="708500"/>
              </a:xfrm>
            </p:grpSpPr>
            <p:sp>
              <p:nvSpPr>
                <p:cNvPr id="1401" name="Google Shape;1401;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8" name="Google Shape;1408;p31"/>
              <p:cNvGrpSpPr/>
              <p:nvPr/>
            </p:nvGrpSpPr>
            <p:grpSpPr>
              <a:xfrm rot="10800000">
                <a:off x="282574" y="4937133"/>
                <a:ext cx="328346" cy="328531"/>
                <a:chOff x="3678700" y="407275"/>
                <a:chExt cx="708100" cy="708500"/>
              </a:xfrm>
            </p:grpSpPr>
            <p:sp>
              <p:nvSpPr>
                <p:cNvPr id="1409" name="Google Shape;1409;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6" name="Google Shape;1416;p31"/>
            <p:cNvGrpSpPr/>
            <p:nvPr/>
          </p:nvGrpSpPr>
          <p:grpSpPr>
            <a:xfrm>
              <a:off x="-923150" y="4796551"/>
              <a:ext cx="4558967" cy="134100"/>
              <a:chOff x="796100" y="3019701"/>
              <a:chExt cx="4558967" cy="134100"/>
            </a:xfrm>
          </p:grpSpPr>
          <p:sp>
            <p:nvSpPr>
              <p:cNvPr id="1417" name="Google Shape;1417;p31"/>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8" name="Google Shape;1418;p31"/>
              <p:cNvCxnSpPr/>
              <p:nvPr/>
            </p:nvCxnSpPr>
            <p:spPr>
              <a:xfrm>
                <a:off x="796100" y="3086750"/>
                <a:ext cx="4462800" cy="0"/>
              </a:xfrm>
              <a:prstGeom prst="straightConnector1">
                <a:avLst/>
              </a:prstGeom>
              <a:noFill/>
              <a:ln w="9525" cap="flat" cmpd="sng">
                <a:solidFill>
                  <a:schemeClr val="lt1"/>
                </a:solidFill>
                <a:prstDash val="solid"/>
                <a:round/>
                <a:headEnd type="none" w="med" len="med"/>
                <a:tailEnd type="none" w="med" len="med"/>
              </a:ln>
            </p:spPr>
          </p:cxnSp>
          <p:sp>
            <p:nvSpPr>
              <p:cNvPr id="1419" name="Google Shape;1419;p31"/>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5" r:id="rId5"/>
    <p:sldLayoutId id="2147483657" r:id="rId6"/>
    <p:sldLayoutId id="2147483658" r:id="rId7"/>
    <p:sldLayoutId id="2147483659" r:id="rId8"/>
    <p:sldLayoutId id="2147483665" r:id="rId9"/>
    <p:sldLayoutId id="2147483668" r:id="rId10"/>
    <p:sldLayoutId id="2147483670" r:id="rId11"/>
    <p:sldLayoutId id="2147483672" r:id="rId12"/>
    <p:sldLayoutId id="2147483676" r:id="rId13"/>
    <p:sldLayoutId id="2147483677"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29"/>
        <p:cNvGrpSpPr/>
        <p:nvPr/>
      </p:nvGrpSpPr>
      <p:grpSpPr>
        <a:xfrm>
          <a:off x="0" y="0"/>
          <a:ext cx="0" cy="0"/>
          <a:chOff x="0" y="0"/>
          <a:chExt cx="0" cy="0"/>
        </a:xfrm>
      </p:grpSpPr>
      <p:sp>
        <p:nvSpPr>
          <p:cNvPr id="1431" name="Google Shape;1431;p35"/>
          <p:cNvSpPr txBox="1">
            <a:spLocks noGrp="1"/>
          </p:cNvSpPr>
          <p:nvPr>
            <p:ph type="ctrTitle"/>
          </p:nvPr>
        </p:nvSpPr>
        <p:spPr>
          <a:xfrm>
            <a:off x="951863" y="663351"/>
            <a:ext cx="6974700" cy="176799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solidFill>
                  <a:schemeClr val="dk2"/>
                </a:solidFill>
              </a:rPr>
              <a:t>VOICE CONTROLLER DESKTOP ASSISTANCE</a:t>
            </a:r>
            <a:endParaRPr dirty="0">
              <a:solidFill>
                <a:schemeClr val="dk1"/>
              </a:solidFill>
            </a:endParaRPr>
          </a:p>
        </p:txBody>
      </p:sp>
      <p:grpSp>
        <p:nvGrpSpPr>
          <p:cNvPr id="1432" name="Google Shape;1432;p35"/>
          <p:cNvGrpSpPr/>
          <p:nvPr/>
        </p:nvGrpSpPr>
        <p:grpSpPr>
          <a:xfrm>
            <a:off x="635317" y="2536469"/>
            <a:ext cx="3936683" cy="134070"/>
            <a:chOff x="1096850" y="3242811"/>
            <a:chExt cx="3936683" cy="134070"/>
          </a:xfrm>
        </p:grpSpPr>
        <p:cxnSp>
          <p:nvCxnSpPr>
            <p:cNvPr id="1433" name="Google Shape;1433;p35"/>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4" name="Google Shape;1434;p35"/>
            <p:cNvGrpSpPr/>
            <p:nvPr/>
          </p:nvGrpSpPr>
          <p:grpSpPr>
            <a:xfrm>
              <a:off x="4899464" y="3242811"/>
              <a:ext cx="134070" cy="134070"/>
              <a:chOff x="8382514" y="1084976"/>
              <a:chExt cx="265800" cy="265800"/>
            </a:xfrm>
          </p:grpSpPr>
          <p:sp>
            <p:nvSpPr>
              <p:cNvPr id="1435" name="Google Shape;1435;p35"/>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5"/>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7" name="Google Shape;1437;p35"/>
          <p:cNvGrpSpPr/>
          <p:nvPr/>
        </p:nvGrpSpPr>
        <p:grpSpPr>
          <a:xfrm>
            <a:off x="8017432" y="-313900"/>
            <a:ext cx="134070" cy="1891362"/>
            <a:chOff x="8017432" y="-313900"/>
            <a:chExt cx="134070" cy="1891362"/>
          </a:xfrm>
        </p:grpSpPr>
        <p:sp>
          <p:nvSpPr>
            <p:cNvPr id="1438" name="Google Shape;1438;p35"/>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39" name="Google Shape;1439;p35"/>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0" name="Google Shape;1440;p35"/>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1" name="Google Shape;1441;p35"/>
          <p:cNvGrpSpPr/>
          <p:nvPr/>
        </p:nvGrpSpPr>
        <p:grpSpPr>
          <a:xfrm>
            <a:off x="6309526" y="957475"/>
            <a:ext cx="3504715" cy="5119205"/>
            <a:chOff x="6309526" y="836950"/>
            <a:chExt cx="3504715" cy="5119205"/>
          </a:xfrm>
        </p:grpSpPr>
        <p:sp>
          <p:nvSpPr>
            <p:cNvPr id="1442" name="Google Shape;1442;p35"/>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3" name="Google Shape;1443;p35"/>
            <p:cNvGrpSpPr/>
            <p:nvPr/>
          </p:nvGrpSpPr>
          <p:grpSpPr>
            <a:xfrm>
              <a:off x="7728436" y="3524084"/>
              <a:ext cx="134004" cy="134004"/>
              <a:chOff x="8356813" y="1074288"/>
              <a:chExt cx="351900" cy="351900"/>
            </a:xfrm>
          </p:grpSpPr>
          <p:sp>
            <p:nvSpPr>
              <p:cNvPr id="1444" name="Google Shape;1444;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35"/>
            <p:cNvGrpSpPr/>
            <p:nvPr/>
          </p:nvGrpSpPr>
          <p:grpSpPr>
            <a:xfrm>
              <a:off x="7344361" y="3150259"/>
              <a:ext cx="134004" cy="134004"/>
              <a:chOff x="8356813" y="1074288"/>
              <a:chExt cx="351900" cy="351900"/>
            </a:xfrm>
          </p:grpSpPr>
          <p:sp>
            <p:nvSpPr>
              <p:cNvPr id="1447" name="Google Shape;1447;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9" name="Google Shape;1449;p35"/>
            <p:cNvGrpSpPr/>
            <p:nvPr/>
          </p:nvGrpSpPr>
          <p:grpSpPr>
            <a:xfrm>
              <a:off x="8337811" y="2464059"/>
              <a:ext cx="134004" cy="134004"/>
              <a:chOff x="8356813" y="1074288"/>
              <a:chExt cx="351900" cy="351900"/>
            </a:xfrm>
          </p:grpSpPr>
          <p:sp>
            <p:nvSpPr>
              <p:cNvPr id="1450" name="Google Shape;1450;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2" name="Google Shape;1452;p35"/>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Subtitle 2">
            <a:extLst>
              <a:ext uri="{FF2B5EF4-FFF2-40B4-BE49-F238E27FC236}">
                <a16:creationId xmlns:a16="http://schemas.microsoft.com/office/drawing/2014/main" id="{BFC9080E-208E-42C6-AC9A-2EE10A4376E2}"/>
              </a:ext>
            </a:extLst>
          </p:cNvPr>
          <p:cNvSpPr>
            <a:spLocks noGrp="1"/>
          </p:cNvSpPr>
          <p:nvPr>
            <p:ph type="subTitle" idx="1"/>
          </p:nvPr>
        </p:nvSpPr>
        <p:spPr>
          <a:xfrm>
            <a:off x="1023876" y="2788029"/>
            <a:ext cx="4092498" cy="1213202"/>
          </a:xfrm>
        </p:spPr>
        <p:txBody>
          <a:bodyPr/>
          <a:lstStyle/>
          <a:p>
            <a:r>
              <a:rPr lang="en-US" sz="1500" b="1" dirty="0">
                <a:latin typeface="IBM Plex Mono" panose="020B0604020202020204" charset="0"/>
              </a:rPr>
              <a:t>BY:</a:t>
            </a:r>
            <a:endParaRPr lang="en-US" sz="1500" dirty="0">
              <a:latin typeface="IBM Plex Mono" panose="020B0604020202020204" charset="0"/>
            </a:endParaRPr>
          </a:p>
          <a:p>
            <a:pPr lvl="0"/>
            <a:r>
              <a:rPr lang="en-US" sz="1400">
                <a:latin typeface="IBM Plex Mono" panose="020B0604020202020204" charset="0"/>
              </a:rPr>
              <a:t>DEEPA </a:t>
            </a:r>
            <a:r>
              <a:rPr lang="en-US" sz="1400" dirty="0">
                <a:latin typeface="IBM Plex Mono" panose="020B0604020202020204" charset="0"/>
              </a:rPr>
              <a:t>SRI VADLA     [ 23911A0514 ]</a:t>
            </a:r>
          </a:p>
          <a:p>
            <a:endParaRPr lang="en-US" sz="1400" dirty="0">
              <a:latin typeface="IBM Plex Mono" panose="020B0604020202020204" charset="0"/>
            </a:endParaRPr>
          </a:p>
        </p:txBody>
      </p:sp>
      <p:sp>
        <p:nvSpPr>
          <p:cNvPr id="4" name="TextBox 3">
            <a:extLst>
              <a:ext uri="{FF2B5EF4-FFF2-40B4-BE49-F238E27FC236}">
                <a16:creationId xmlns:a16="http://schemas.microsoft.com/office/drawing/2014/main" id="{935C4688-C270-41C7-9972-9F6D172024AE}"/>
              </a:ext>
            </a:extLst>
          </p:cNvPr>
          <p:cNvSpPr txBox="1"/>
          <p:nvPr/>
        </p:nvSpPr>
        <p:spPr>
          <a:xfrm>
            <a:off x="1200551" y="4051692"/>
            <a:ext cx="2919859" cy="726546"/>
          </a:xfrm>
          <a:prstGeom prst="rect">
            <a:avLst/>
          </a:prstGeom>
          <a:noFill/>
        </p:spPr>
        <p:txBody>
          <a:bodyPr wrap="square" rtlCol="0">
            <a:spAutoFit/>
          </a:bodyPr>
          <a:lstStyle/>
          <a:p>
            <a:pPr>
              <a:lnSpc>
                <a:spcPct val="150000"/>
              </a:lnSpc>
            </a:pPr>
            <a:r>
              <a:rPr lang="en-US" sz="1500" b="1" dirty="0">
                <a:latin typeface="IBM Plex Mono" panose="020B0604020202020204" charset="0"/>
              </a:rPr>
              <a:t>GUIDE:</a:t>
            </a:r>
          </a:p>
          <a:p>
            <a:pPr>
              <a:lnSpc>
                <a:spcPct val="150000"/>
              </a:lnSpc>
            </a:pPr>
            <a:r>
              <a:rPr lang="en-US" dirty="0">
                <a:latin typeface="IBM Plex Mono" panose="020B0604020202020204" charset="0"/>
              </a:rPr>
              <a:t> DR.ZAHEER AHMED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6"/>
        <p:cNvGrpSpPr/>
        <p:nvPr/>
      </p:nvGrpSpPr>
      <p:grpSpPr>
        <a:xfrm>
          <a:off x="0" y="0"/>
          <a:ext cx="0" cy="0"/>
          <a:chOff x="0" y="0"/>
          <a:chExt cx="0" cy="0"/>
        </a:xfrm>
      </p:grpSpPr>
      <p:sp>
        <p:nvSpPr>
          <p:cNvPr id="1457" name="Google Shape;1457;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ABSTRACT</a:t>
            </a:r>
            <a:endParaRPr dirty="0"/>
          </a:p>
        </p:txBody>
      </p:sp>
      <p:sp>
        <p:nvSpPr>
          <p:cNvPr id="1458" name="Google Shape;1458;p36"/>
          <p:cNvSpPr txBox="1">
            <a:spLocks noGrp="1"/>
          </p:cNvSpPr>
          <p:nvPr>
            <p:ph type="body" idx="1"/>
          </p:nvPr>
        </p:nvSpPr>
        <p:spPr>
          <a:xfrm>
            <a:off x="809209" y="1180155"/>
            <a:ext cx="6972173" cy="3680750"/>
          </a:xfrm>
          <a:prstGeom prst="rect">
            <a:avLst/>
          </a:prstGeom>
        </p:spPr>
        <p:txBody>
          <a:bodyPr spcFirstLastPara="1" wrap="square" lIns="91425" tIns="91425" rIns="91425" bIns="91425" anchor="t" anchorCtr="0">
            <a:noAutofit/>
          </a:bodyPr>
          <a:lstStyle/>
          <a:p>
            <a:pPr marL="139700" indent="0">
              <a:buNone/>
            </a:pPr>
            <a:r>
              <a:rPr lang="en-US" dirty="0">
                <a:latin typeface="IBM Plex Mono" panose="020B0604020202020204" charset="0"/>
              </a:rPr>
              <a:t>Jarvis is a Python-based voice assistant developed to make human–computer interaction easier and more natural. It allows users to perform basic tasks using voice commands instead of manual input. The assistant listens to the user’s voice, converts speech into text, processes the command, and responds through voice output, providing a user-friendly experience.</a:t>
            </a:r>
          </a:p>
          <a:p>
            <a:pPr marL="139700" indent="0">
              <a:buNone/>
            </a:pPr>
            <a:endParaRPr lang="en-US" dirty="0">
              <a:latin typeface="IBM Plex Mono" panose="020B0604020202020204" charset="0"/>
            </a:endParaRPr>
          </a:p>
          <a:p>
            <a:pPr marL="139700" indent="0">
              <a:buNone/>
            </a:pPr>
            <a:r>
              <a:rPr lang="en-US" dirty="0">
                <a:latin typeface="IBM Plex Mono" panose="020B0604020202020204" charset="0"/>
              </a:rPr>
              <a:t>The system is built using Python libraries such as Speech Recognition for voice input processing and pyttsx3 for text-to-speech conversion. Jarvis can perform tasks like searching information on Wikipedia, opening websites such as Google and YouTube, playing music, and telling the current time. This project helps in understanding speech processing and automation concepts and demonstrates how Python can be used to build simple and effective voice-based applications.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65"/>
        <p:cNvGrpSpPr/>
        <p:nvPr/>
      </p:nvGrpSpPr>
      <p:grpSpPr>
        <a:xfrm>
          <a:off x="0" y="0"/>
          <a:ext cx="0" cy="0"/>
          <a:chOff x="0" y="0"/>
          <a:chExt cx="0" cy="0"/>
        </a:xfrm>
      </p:grpSpPr>
      <p:sp>
        <p:nvSpPr>
          <p:cNvPr id="1466" name="Google Shape;1466;p37"/>
          <p:cNvSpPr txBox="1">
            <a:spLocks noGrp="1"/>
          </p:cNvSpPr>
          <p:nvPr>
            <p:ph type="title"/>
          </p:nvPr>
        </p:nvSpPr>
        <p:spPr>
          <a:xfrm>
            <a:off x="909781" y="584416"/>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dirty="0">
                <a:solidFill>
                  <a:schemeClr val="dk2"/>
                </a:solidFill>
                <a:latin typeface="IBM Plex Mono"/>
                <a:ea typeface="IBM Plex Mono"/>
                <a:cs typeface="IBM Plex Mono"/>
                <a:sym typeface="IBM Plex Mono"/>
              </a:rPr>
              <a:t>INTRODUCTION</a:t>
            </a:r>
            <a:endParaRPr sz="3200" dirty="0">
              <a:solidFill>
                <a:schemeClr val="dk2"/>
              </a:solidFill>
              <a:latin typeface="IBM Plex Mono"/>
              <a:ea typeface="IBM Plex Mono"/>
              <a:cs typeface="IBM Plex Mono"/>
              <a:sym typeface="IBM Plex Mono"/>
            </a:endParaRPr>
          </a:p>
        </p:txBody>
      </p:sp>
      <p:sp>
        <p:nvSpPr>
          <p:cNvPr id="1467" name="Google Shape;1467;p37"/>
          <p:cNvSpPr txBox="1">
            <a:spLocks noGrp="1"/>
          </p:cNvSpPr>
          <p:nvPr>
            <p:ph type="subTitle" idx="9"/>
          </p:nvPr>
        </p:nvSpPr>
        <p:spPr>
          <a:xfrm>
            <a:off x="909781" y="1168269"/>
            <a:ext cx="7893782" cy="2956683"/>
          </a:xfrm>
          <a:prstGeom prst="rect">
            <a:avLst/>
          </a:prstGeom>
        </p:spPr>
        <p:txBody>
          <a:bodyPr spcFirstLastPara="1" wrap="square" lIns="91425" tIns="91425" rIns="91425" bIns="91425" anchor="b" anchorCtr="0">
            <a:noAutofit/>
          </a:bodyPr>
          <a:lstStyle/>
          <a:p>
            <a:pPr marL="285750" lvl="0" indent="-285750">
              <a:lnSpc>
                <a:spcPct val="100000"/>
              </a:lnSpc>
              <a:buFont typeface="Arial" panose="020B0604020202020204" pitchFamily="34" charset="0"/>
              <a:buChar char="•"/>
            </a:pPr>
            <a:r>
              <a:rPr lang="en-US" sz="1500" b="0" dirty="0"/>
              <a:t>Voice assistants are widely used in modern technology as they enable hands-free interaction with computers and digital systems. </a:t>
            </a:r>
          </a:p>
          <a:p>
            <a:pPr marL="285750" lvl="0" indent="-285750">
              <a:lnSpc>
                <a:spcPct val="100000"/>
              </a:lnSpc>
              <a:buFont typeface="Arial" panose="020B0604020202020204" pitchFamily="34" charset="0"/>
              <a:buChar char="•"/>
            </a:pPr>
            <a:endParaRPr lang="en-US" sz="1500" b="0" dirty="0"/>
          </a:p>
          <a:p>
            <a:pPr marL="285750" lvl="0" indent="-285750">
              <a:lnSpc>
                <a:spcPct val="100000"/>
              </a:lnSpc>
              <a:buFont typeface="Arial" panose="020B0604020202020204" pitchFamily="34" charset="0"/>
              <a:buChar char="•"/>
            </a:pPr>
            <a:r>
              <a:rPr lang="en-US" sz="1500" b="0" dirty="0"/>
              <a:t>By allowing users to give commands through voice, human–computer interaction becomes simpler, faster, and more convenient. </a:t>
            </a:r>
          </a:p>
          <a:p>
            <a:pPr marL="285750" lvl="0" indent="-285750">
              <a:lnSpc>
                <a:spcPct val="100000"/>
              </a:lnSpc>
              <a:buFont typeface="Arial" panose="020B0604020202020204" pitchFamily="34" charset="0"/>
              <a:buChar char="•"/>
            </a:pPr>
            <a:endParaRPr lang="en-US" sz="1500" b="0" dirty="0"/>
          </a:p>
          <a:p>
            <a:pPr marL="285750" lvl="0" indent="-285750">
              <a:lnSpc>
                <a:spcPct val="100000"/>
              </a:lnSpc>
              <a:buFont typeface="Arial" panose="020B0604020202020204" pitchFamily="34" charset="0"/>
              <a:buChar char="•"/>
            </a:pPr>
            <a:r>
              <a:rPr lang="en-US" sz="1500" b="0" dirty="0"/>
              <a:t>This project focuses on developing a simple desktop voice assistant using Python that can understand voice commands and perform basic tasks, making everyday computer usage easier and more user-friendly.</a:t>
            </a:r>
            <a:endParaRPr sz="1500" b="0" dirty="0"/>
          </a:p>
        </p:txBody>
      </p:sp>
      <p:sp>
        <p:nvSpPr>
          <p:cNvPr id="1468" name="Google Shape;1468;p37"/>
          <p:cNvSpPr txBox="1">
            <a:spLocks noGrp="1"/>
          </p:cNvSpPr>
          <p:nvPr>
            <p:ph type="subTitle" idx="1"/>
          </p:nvPr>
        </p:nvSpPr>
        <p:spPr>
          <a:xfrm>
            <a:off x="720000" y="2244725"/>
            <a:ext cx="2661000" cy="6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sp>
        <p:nvSpPr>
          <p:cNvPr id="1469" name="Google Shape;1469;p37"/>
          <p:cNvSpPr txBox="1">
            <a:spLocks noGrp="1"/>
          </p:cNvSpPr>
          <p:nvPr>
            <p:ph type="subTitle" idx="2"/>
          </p:nvPr>
        </p:nvSpPr>
        <p:spPr>
          <a:xfrm>
            <a:off x="4366700" y="2244725"/>
            <a:ext cx="2661000" cy="6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sp>
        <p:nvSpPr>
          <p:cNvPr id="1470" name="Google Shape;1470;p37"/>
          <p:cNvSpPr txBox="1">
            <a:spLocks noGrp="1"/>
          </p:cNvSpPr>
          <p:nvPr>
            <p:ph type="subTitle" idx="3"/>
          </p:nvPr>
        </p:nvSpPr>
        <p:spPr>
          <a:xfrm>
            <a:off x="720000" y="3940900"/>
            <a:ext cx="2661000" cy="6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sp>
        <p:nvSpPr>
          <p:cNvPr id="1472" name="Google Shape;1472;p37"/>
          <p:cNvSpPr txBox="1">
            <a:spLocks noGrp="1"/>
          </p:cNvSpPr>
          <p:nvPr>
            <p:ph type="title" idx="5"/>
          </p:nvPr>
        </p:nvSpPr>
        <p:spPr>
          <a:xfrm>
            <a:off x="720002" y="1344775"/>
            <a:ext cx="2100689" cy="640200"/>
          </a:xfrm>
          <a:prstGeom prst="rect">
            <a:avLst/>
          </a:prstGeom>
        </p:spPr>
        <p:txBody>
          <a:bodyPr spcFirstLastPara="1" wrap="square" lIns="91425" tIns="91425" rIns="91425" bIns="91425" anchor="b" anchorCtr="0">
            <a:noAutofit/>
          </a:bodyPr>
          <a:lstStyle/>
          <a:p>
            <a:pPr lvl="0"/>
            <a:r>
              <a:rPr lang="en-US" sz="1400" dirty="0"/>
              <a:t> </a:t>
            </a:r>
          </a:p>
        </p:txBody>
      </p:sp>
      <p:sp>
        <p:nvSpPr>
          <p:cNvPr id="1473" name="Google Shape;1473;p37"/>
          <p:cNvSpPr txBox="1">
            <a:spLocks noGrp="1"/>
          </p:cNvSpPr>
          <p:nvPr>
            <p:ph type="title" idx="6"/>
          </p:nvPr>
        </p:nvSpPr>
        <p:spPr>
          <a:xfrm>
            <a:off x="720003" y="3040971"/>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 </a:t>
            </a:r>
            <a:endParaRPr dirty="0"/>
          </a:p>
        </p:txBody>
      </p:sp>
      <p:sp>
        <p:nvSpPr>
          <p:cNvPr id="1474" name="Google Shape;1474;p37"/>
          <p:cNvSpPr txBox="1">
            <a:spLocks noGrp="1"/>
          </p:cNvSpPr>
          <p:nvPr>
            <p:ph type="title" idx="7"/>
          </p:nvPr>
        </p:nvSpPr>
        <p:spPr>
          <a:xfrm>
            <a:off x="4366698" y="1344775"/>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 </a:t>
            </a:r>
            <a:endParaRPr dirty="0"/>
          </a:p>
        </p:txBody>
      </p:sp>
      <p:sp>
        <p:nvSpPr>
          <p:cNvPr id="1476" name="Google Shape;1476;p37"/>
          <p:cNvSpPr txBox="1">
            <a:spLocks noGrp="1"/>
          </p:cNvSpPr>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 </a:t>
            </a:r>
            <a:endParaRPr dirty="0"/>
          </a:p>
        </p:txBody>
      </p:sp>
      <p:sp>
        <p:nvSpPr>
          <p:cNvPr id="3" name="Subtitle 2">
            <a:extLst>
              <a:ext uri="{FF2B5EF4-FFF2-40B4-BE49-F238E27FC236}">
                <a16:creationId xmlns:a16="http://schemas.microsoft.com/office/drawing/2014/main" id="{A1F877FA-863D-46AB-8F99-DC65F37D354A}"/>
              </a:ext>
            </a:extLst>
          </p:cNvPr>
          <p:cNvSpPr>
            <a:spLocks noGrp="1"/>
          </p:cNvSpPr>
          <p:nvPr>
            <p:ph type="subTitle" idx="15"/>
          </p:nvPr>
        </p:nvSpPr>
        <p:spPr/>
        <p:txBody>
          <a:bodyPr/>
          <a:lstStyle/>
          <a:p>
            <a:r>
              <a:rPr lang="en-US" dirty="0"/>
              <a:t> </a:t>
            </a:r>
          </a:p>
        </p:txBody>
      </p:sp>
      <p:sp>
        <p:nvSpPr>
          <p:cNvPr id="7" name="Title 6">
            <a:extLst>
              <a:ext uri="{FF2B5EF4-FFF2-40B4-BE49-F238E27FC236}">
                <a16:creationId xmlns:a16="http://schemas.microsoft.com/office/drawing/2014/main" id="{CDDA762B-664C-4A7E-9D4A-0541DD3A0F03}"/>
              </a:ext>
            </a:extLst>
          </p:cNvPr>
          <p:cNvSpPr>
            <a:spLocks noGrp="1"/>
          </p:cNvSpPr>
          <p:nvPr>
            <p:ph type="title" idx="8"/>
          </p:nvPr>
        </p:nvSpPr>
        <p:spPr/>
        <p:txBody>
          <a:bodyPr/>
          <a:lstStyle/>
          <a:p>
            <a:r>
              <a:rPr lang="en-US" dirty="0"/>
              <a:t> </a:t>
            </a:r>
          </a:p>
        </p:txBody>
      </p:sp>
      <p:sp>
        <p:nvSpPr>
          <p:cNvPr id="9" name="Subtitle 8">
            <a:extLst>
              <a:ext uri="{FF2B5EF4-FFF2-40B4-BE49-F238E27FC236}">
                <a16:creationId xmlns:a16="http://schemas.microsoft.com/office/drawing/2014/main" id="{5BDA9E1C-91AA-43C0-96FC-06F7080C63B0}"/>
              </a:ext>
            </a:extLst>
          </p:cNvPr>
          <p:cNvSpPr>
            <a:spLocks noGrp="1"/>
          </p:cNvSpPr>
          <p:nvPr>
            <p:ph type="subTitle" idx="14"/>
          </p:nvPr>
        </p:nvSpPr>
        <p:spPr/>
        <p:txBody>
          <a:bodyPr/>
          <a:lstStyle/>
          <a:p>
            <a:r>
              <a:rPr lang="en-US" dirty="0"/>
              <a:t> </a:t>
            </a:r>
          </a:p>
        </p:txBody>
      </p:sp>
      <p:sp>
        <p:nvSpPr>
          <p:cNvPr id="10" name="Oval 9">
            <a:extLst>
              <a:ext uri="{FF2B5EF4-FFF2-40B4-BE49-F238E27FC236}">
                <a16:creationId xmlns:a16="http://schemas.microsoft.com/office/drawing/2014/main" id="{8C338413-677B-42FE-9818-7BD05C2AF17E}"/>
              </a:ext>
            </a:extLst>
          </p:cNvPr>
          <p:cNvSpPr/>
          <p:nvPr/>
        </p:nvSpPr>
        <p:spPr>
          <a:xfrm>
            <a:off x="1524000" y="165100"/>
            <a:ext cx="381000" cy="270975"/>
          </a:xfrm>
          <a:prstGeom prst="ellipse">
            <a:avLst/>
          </a:prstGeom>
          <a:solidFill>
            <a:srgbClr val="F5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9"/>
        <p:cNvGrpSpPr/>
        <p:nvPr/>
      </p:nvGrpSpPr>
      <p:grpSpPr>
        <a:xfrm>
          <a:off x="0" y="0"/>
          <a:ext cx="0" cy="0"/>
          <a:chOff x="0" y="0"/>
          <a:chExt cx="0" cy="0"/>
        </a:xfrm>
      </p:grpSpPr>
      <p:sp>
        <p:nvSpPr>
          <p:cNvPr id="1530" name="Google Shape;1530;p39"/>
          <p:cNvSpPr txBox="1">
            <a:spLocks noGrp="1"/>
          </p:cNvSpPr>
          <p:nvPr>
            <p:ph type="title"/>
          </p:nvPr>
        </p:nvSpPr>
        <p:spPr>
          <a:xfrm>
            <a:off x="542200" y="363214"/>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OBJECTIVE</a:t>
            </a:r>
            <a:endParaRPr dirty="0"/>
          </a:p>
        </p:txBody>
      </p:sp>
      <p:sp>
        <p:nvSpPr>
          <p:cNvPr id="1531" name="Google Shape;1531;p39"/>
          <p:cNvSpPr txBox="1">
            <a:spLocks noGrp="1"/>
          </p:cNvSpPr>
          <p:nvPr>
            <p:ph type="subTitle" idx="1"/>
          </p:nvPr>
        </p:nvSpPr>
        <p:spPr>
          <a:xfrm>
            <a:off x="4881006" y="1786675"/>
            <a:ext cx="3543000" cy="183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sp>
        <p:nvSpPr>
          <p:cNvPr id="1532" name="Google Shape;1532;p39"/>
          <p:cNvSpPr txBox="1">
            <a:spLocks noGrp="1"/>
          </p:cNvSpPr>
          <p:nvPr>
            <p:ph type="subTitle" idx="2"/>
          </p:nvPr>
        </p:nvSpPr>
        <p:spPr>
          <a:xfrm>
            <a:off x="719999" y="1786674"/>
            <a:ext cx="4462799" cy="23456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grpSp>
        <p:nvGrpSpPr>
          <p:cNvPr id="1533" name="Google Shape;1533;p39"/>
          <p:cNvGrpSpPr/>
          <p:nvPr/>
        </p:nvGrpSpPr>
        <p:grpSpPr>
          <a:xfrm>
            <a:off x="-428725" y="4234431"/>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Rectangle 1">
            <a:extLst>
              <a:ext uri="{FF2B5EF4-FFF2-40B4-BE49-F238E27FC236}">
                <a16:creationId xmlns:a16="http://schemas.microsoft.com/office/drawing/2014/main" id="{D6952737-87EA-4A3A-85A7-D4CC36D0BA9B}"/>
              </a:ext>
            </a:extLst>
          </p:cNvPr>
          <p:cNvSpPr>
            <a:spLocks noChangeArrowheads="1"/>
          </p:cNvSpPr>
          <p:nvPr/>
        </p:nvSpPr>
        <p:spPr bwMode="auto">
          <a:xfrm>
            <a:off x="745541" y="1168864"/>
            <a:ext cx="4739049" cy="3006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IBM Plex Mono" panose="020B0604020202020204" charset="0"/>
              </a:rPr>
              <a:t>To design and develop a voice-controlled assistant using Python</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IBM Plex Mono" panose="020B0604020202020204" charset="0"/>
              </a:rPr>
              <a:t>To understand speech-to-text  and text-to-speech technologies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IBM Plex Mono" panose="020B0604020202020204" charset="0"/>
              </a:rPr>
              <a:t>To automate basic desktop operations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IBM Plex Mono" panose="020B0604020202020204" charset="0"/>
              </a:rPr>
              <a:t>To provide a user-friendly and beginner-level voice assistant</a:t>
            </a:r>
          </a:p>
        </p:txBody>
      </p:sp>
      <p:pic>
        <p:nvPicPr>
          <p:cNvPr id="1027" name="Picture 3">
            <a:extLst>
              <a:ext uri="{FF2B5EF4-FFF2-40B4-BE49-F238E27FC236}">
                <a16:creationId xmlns:a16="http://schemas.microsoft.com/office/drawing/2014/main" id="{22CD5F87-759E-4571-8568-9CDC12DFDA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2798" y="1402635"/>
            <a:ext cx="3859824" cy="23382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33"/>
        <p:cNvGrpSpPr/>
        <p:nvPr/>
      </p:nvGrpSpPr>
      <p:grpSpPr>
        <a:xfrm>
          <a:off x="0" y="0"/>
          <a:ext cx="0" cy="0"/>
          <a:chOff x="0" y="0"/>
          <a:chExt cx="0" cy="0"/>
        </a:xfrm>
      </p:grpSpPr>
      <p:sp>
        <p:nvSpPr>
          <p:cNvPr id="1634" name="Google Shape;1634;p41"/>
          <p:cNvSpPr txBox="1">
            <a:spLocks noGrp="1"/>
          </p:cNvSpPr>
          <p:nvPr>
            <p:ph type="title"/>
          </p:nvPr>
        </p:nvSpPr>
        <p:spPr>
          <a:xfrm>
            <a:off x="842664" y="806176"/>
            <a:ext cx="7704000" cy="572700"/>
          </a:xfrm>
          <a:prstGeom prst="rect">
            <a:avLst/>
          </a:prstGeom>
        </p:spPr>
        <p:txBody>
          <a:bodyPr spcFirstLastPara="1" wrap="square" lIns="91425" tIns="91425" rIns="91425" bIns="91425" anchor="t" anchorCtr="0">
            <a:noAutofit/>
          </a:bodyPr>
          <a:lstStyle/>
          <a:p>
            <a:pPr lvl="0"/>
            <a:r>
              <a:rPr lang="en-US" dirty="0"/>
              <a:t>EXISTING SYSTEM</a:t>
            </a:r>
          </a:p>
        </p:txBody>
      </p:sp>
      <p:sp>
        <p:nvSpPr>
          <p:cNvPr id="2" name="Subtitle 1">
            <a:extLst>
              <a:ext uri="{FF2B5EF4-FFF2-40B4-BE49-F238E27FC236}">
                <a16:creationId xmlns:a16="http://schemas.microsoft.com/office/drawing/2014/main" id="{AA8009A7-8301-4699-B453-0B03FA4AA25D}"/>
              </a:ext>
            </a:extLst>
          </p:cNvPr>
          <p:cNvSpPr>
            <a:spLocks noGrp="1" noChangeArrowheads="1"/>
          </p:cNvSpPr>
          <p:nvPr>
            <p:ph type="subTitle" idx="2"/>
          </p:nvPr>
        </p:nvSpPr>
        <p:spPr bwMode="auto">
          <a:xfrm>
            <a:off x="987629" y="1446332"/>
            <a:ext cx="669556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Users interact with systems using keyboard and mouse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Manual searching and navigation is time-consuming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No voice-based automation in basic desktop systems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Existing assistants are complex and require high resources</a:t>
            </a:r>
          </a:p>
        </p:txBody>
      </p:sp>
      <p:sp>
        <p:nvSpPr>
          <p:cNvPr id="4" name="Subtitle 3">
            <a:extLst>
              <a:ext uri="{FF2B5EF4-FFF2-40B4-BE49-F238E27FC236}">
                <a16:creationId xmlns:a16="http://schemas.microsoft.com/office/drawing/2014/main" id="{82BF75CB-E89A-46BC-8612-600ECF43EF7F}"/>
              </a:ext>
            </a:extLst>
          </p:cNvPr>
          <p:cNvSpPr>
            <a:spLocks noGrp="1"/>
          </p:cNvSpPr>
          <p:nvPr>
            <p:ph type="subTitle" idx="4"/>
          </p:nvPr>
        </p:nvSpPr>
        <p:spPr/>
        <p:txBody>
          <a:bodyPr/>
          <a:lstStyle/>
          <a:p>
            <a:r>
              <a:rPr lang="en-US" dirty="0"/>
              <a:t> </a:t>
            </a:r>
          </a:p>
        </p:txBody>
      </p:sp>
      <p:sp>
        <p:nvSpPr>
          <p:cNvPr id="6" name="Subtitle 5">
            <a:extLst>
              <a:ext uri="{FF2B5EF4-FFF2-40B4-BE49-F238E27FC236}">
                <a16:creationId xmlns:a16="http://schemas.microsoft.com/office/drawing/2014/main" id="{BFBDA144-47D0-4AF1-8349-B0825B63862C}"/>
              </a:ext>
            </a:extLst>
          </p:cNvPr>
          <p:cNvSpPr>
            <a:spLocks noGrp="1"/>
          </p:cNvSpPr>
          <p:nvPr>
            <p:ph type="subTitle" idx="3"/>
          </p:nvPr>
        </p:nvSpPr>
        <p:spPr/>
        <p:txBody>
          <a:bodyPr/>
          <a:lstStyle/>
          <a:p>
            <a:r>
              <a:rPr lang="en-US" dirty="0"/>
              <a:t> </a:t>
            </a:r>
          </a:p>
        </p:txBody>
      </p:sp>
      <p:sp>
        <p:nvSpPr>
          <p:cNvPr id="8" name="Subtitle 7">
            <a:extLst>
              <a:ext uri="{FF2B5EF4-FFF2-40B4-BE49-F238E27FC236}">
                <a16:creationId xmlns:a16="http://schemas.microsoft.com/office/drawing/2014/main" id="{C3533B3E-70CC-49BD-96B9-C8C14336DCA1}"/>
              </a:ext>
            </a:extLst>
          </p:cNvPr>
          <p:cNvSpPr>
            <a:spLocks noGrp="1"/>
          </p:cNvSpPr>
          <p:nvPr>
            <p:ph type="subTitle" idx="1"/>
          </p:nvPr>
        </p:nvSpPr>
        <p:spPr/>
        <p:txBody>
          <a:bodyPr/>
          <a:lstStyle/>
          <a:p>
            <a:r>
              <a:rPr lang="en-US" dirty="0"/>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65"/>
        <p:cNvGrpSpPr/>
        <p:nvPr/>
      </p:nvGrpSpPr>
      <p:grpSpPr>
        <a:xfrm>
          <a:off x="0" y="0"/>
          <a:ext cx="0" cy="0"/>
          <a:chOff x="0" y="0"/>
          <a:chExt cx="0" cy="0"/>
        </a:xfrm>
      </p:grpSpPr>
      <p:sp>
        <p:nvSpPr>
          <p:cNvPr id="1666" name="Google Shape;1666;p42"/>
          <p:cNvSpPr txBox="1">
            <a:spLocks noGrp="1"/>
          </p:cNvSpPr>
          <p:nvPr>
            <p:ph type="title"/>
          </p:nvPr>
        </p:nvSpPr>
        <p:spPr>
          <a:xfrm>
            <a:off x="720000" y="326431"/>
            <a:ext cx="7704000" cy="572700"/>
          </a:xfrm>
          <a:prstGeom prst="rect">
            <a:avLst/>
          </a:prstGeom>
        </p:spPr>
        <p:txBody>
          <a:bodyPr spcFirstLastPara="1" wrap="square" lIns="91425" tIns="91425" rIns="91425" bIns="91425" anchor="t" anchorCtr="0">
            <a:noAutofit/>
          </a:bodyPr>
          <a:lstStyle/>
          <a:p>
            <a:pPr lvl="0"/>
            <a:r>
              <a:rPr lang="en-US" dirty="0"/>
              <a:t>PROPOSED SYSTEM</a:t>
            </a:r>
          </a:p>
        </p:txBody>
      </p:sp>
      <p:sp>
        <p:nvSpPr>
          <p:cNvPr id="1670" name="Google Shape;1670;p42"/>
          <p:cNvSpPr txBox="1">
            <a:spLocks noGrp="1"/>
          </p:cNvSpPr>
          <p:nvPr>
            <p:ph type="subTitle" idx="3"/>
          </p:nvPr>
        </p:nvSpPr>
        <p:spPr>
          <a:xfrm>
            <a:off x="6448975" y="2649975"/>
            <a:ext cx="1981800" cy="108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sp>
        <p:nvSpPr>
          <p:cNvPr id="4" name="Subtitle 3">
            <a:extLst>
              <a:ext uri="{FF2B5EF4-FFF2-40B4-BE49-F238E27FC236}">
                <a16:creationId xmlns:a16="http://schemas.microsoft.com/office/drawing/2014/main" id="{A82785E2-10F9-456D-948C-6D2B5B7B5B92}"/>
              </a:ext>
            </a:extLst>
          </p:cNvPr>
          <p:cNvSpPr>
            <a:spLocks noGrp="1"/>
          </p:cNvSpPr>
          <p:nvPr>
            <p:ph type="subTitle" idx="1"/>
          </p:nvPr>
        </p:nvSpPr>
        <p:spPr>
          <a:xfrm>
            <a:off x="6212730" y="4917225"/>
            <a:ext cx="1981800" cy="1088100"/>
          </a:xfrm>
        </p:spPr>
        <p:txBody>
          <a:bodyPr/>
          <a:lstStyle/>
          <a:p>
            <a:r>
              <a:rPr lang="en-US" dirty="0"/>
              <a:t> </a:t>
            </a:r>
          </a:p>
        </p:txBody>
      </p:sp>
      <p:sp>
        <p:nvSpPr>
          <p:cNvPr id="6" name="Subtitle 5">
            <a:extLst>
              <a:ext uri="{FF2B5EF4-FFF2-40B4-BE49-F238E27FC236}">
                <a16:creationId xmlns:a16="http://schemas.microsoft.com/office/drawing/2014/main" id="{4BD9D2BE-048B-4FBB-BE7E-83862145C54A}"/>
              </a:ext>
            </a:extLst>
          </p:cNvPr>
          <p:cNvSpPr>
            <a:spLocks noGrp="1"/>
          </p:cNvSpPr>
          <p:nvPr>
            <p:ph type="subTitle" idx="2"/>
          </p:nvPr>
        </p:nvSpPr>
        <p:spPr/>
        <p:txBody>
          <a:bodyPr/>
          <a:lstStyle/>
          <a:p>
            <a:r>
              <a:rPr lang="en-US" dirty="0"/>
              <a:t> </a:t>
            </a:r>
          </a:p>
        </p:txBody>
      </p:sp>
      <p:sp>
        <p:nvSpPr>
          <p:cNvPr id="12" name="Subtitle 11">
            <a:extLst>
              <a:ext uri="{FF2B5EF4-FFF2-40B4-BE49-F238E27FC236}">
                <a16:creationId xmlns:a16="http://schemas.microsoft.com/office/drawing/2014/main" id="{C35C0991-27EB-4A7D-8FF1-F78E73DA1220}"/>
              </a:ext>
            </a:extLst>
          </p:cNvPr>
          <p:cNvSpPr>
            <a:spLocks noGrp="1"/>
          </p:cNvSpPr>
          <p:nvPr>
            <p:ph type="subTitle" idx="6"/>
          </p:nvPr>
        </p:nvSpPr>
        <p:spPr/>
        <p:txBody>
          <a:bodyPr/>
          <a:lstStyle/>
          <a:p>
            <a:r>
              <a:rPr lang="en-US" dirty="0"/>
              <a:t> </a:t>
            </a:r>
          </a:p>
        </p:txBody>
      </p:sp>
      <p:sp>
        <p:nvSpPr>
          <p:cNvPr id="13" name="Rectangle 1">
            <a:extLst>
              <a:ext uri="{FF2B5EF4-FFF2-40B4-BE49-F238E27FC236}">
                <a16:creationId xmlns:a16="http://schemas.microsoft.com/office/drawing/2014/main" id="{A66FC7D9-F0AD-4663-BA6E-6208DD2AD288}"/>
              </a:ext>
            </a:extLst>
          </p:cNvPr>
          <p:cNvSpPr>
            <a:spLocks noChangeArrowheads="1"/>
          </p:cNvSpPr>
          <p:nvPr/>
        </p:nvSpPr>
        <p:spPr bwMode="auto">
          <a:xfrm>
            <a:off x="956235" y="759431"/>
            <a:ext cx="4610046" cy="418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IBM Plex Mono" panose="020B0604020202020204" charset="0"/>
              </a:rPr>
              <a:t>A simple Python-based voice assistant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IBM Plex Mono" panose="020B0604020202020204" charset="0"/>
              </a:rPr>
              <a:t>Accepts voice input through microphone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IBM Plex Mono" panose="020B0604020202020204" charset="0"/>
              </a:rPr>
              <a:t>Converts speech into text and processes commands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IBM Plex Mono" panose="020B0604020202020204" charset="0"/>
              </a:rPr>
              <a:t>Executes tasks automatically and responds using voice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IBM Plex Mono" panose="020B0604020202020204" charset="0"/>
              </a:rPr>
              <a:t>Lightweight, cost-effective, and easy to use</a:t>
            </a:r>
          </a:p>
        </p:txBody>
      </p:sp>
      <p:pic>
        <p:nvPicPr>
          <p:cNvPr id="3077" name="Picture 5">
            <a:extLst>
              <a:ext uri="{FF2B5EF4-FFF2-40B4-BE49-F238E27FC236}">
                <a16:creationId xmlns:a16="http://schemas.microsoft.com/office/drawing/2014/main" id="{B6F5A70A-3B11-44EC-B743-DC9A2E50ED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8433" y="1426012"/>
            <a:ext cx="3800475" cy="26003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1"/>
        <p:cNvGrpSpPr/>
        <p:nvPr/>
      </p:nvGrpSpPr>
      <p:grpSpPr>
        <a:xfrm>
          <a:off x="0" y="0"/>
          <a:ext cx="0" cy="0"/>
          <a:chOff x="0" y="0"/>
          <a:chExt cx="0" cy="0"/>
        </a:xfrm>
      </p:grpSpPr>
      <p:sp>
        <p:nvSpPr>
          <p:cNvPr id="1734" name="Google Shape;1734;p43"/>
          <p:cNvSpPr txBox="1">
            <a:spLocks noGrp="1"/>
          </p:cNvSpPr>
          <p:nvPr>
            <p:ph type="title"/>
          </p:nvPr>
        </p:nvSpPr>
        <p:spPr>
          <a:xfrm>
            <a:off x="720000" y="266347"/>
            <a:ext cx="7704000" cy="572700"/>
          </a:xfrm>
          <a:prstGeom prst="rect">
            <a:avLst/>
          </a:prstGeom>
        </p:spPr>
        <p:txBody>
          <a:bodyPr spcFirstLastPara="1" wrap="square" lIns="91425" tIns="91425" rIns="91425" bIns="91425" anchor="t" anchorCtr="0">
            <a:noAutofit/>
          </a:bodyPr>
          <a:lstStyle/>
          <a:p>
            <a:pPr lvl="0" algn="l"/>
            <a:r>
              <a:rPr lang="en-US" dirty="0"/>
              <a:t>LITERATURE REVIEW</a:t>
            </a:r>
          </a:p>
        </p:txBody>
      </p:sp>
      <p:sp>
        <p:nvSpPr>
          <p:cNvPr id="3" name="Subtitle 2">
            <a:extLst>
              <a:ext uri="{FF2B5EF4-FFF2-40B4-BE49-F238E27FC236}">
                <a16:creationId xmlns:a16="http://schemas.microsoft.com/office/drawing/2014/main" id="{E815A73F-2E48-4024-B93A-FE105F699B30}"/>
              </a:ext>
            </a:extLst>
          </p:cNvPr>
          <p:cNvSpPr>
            <a:spLocks noGrp="1"/>
          </p:cNvSpPr>
          <p:nvPr>
            <p:ph type="subTitle" idx="5"/>
          </p:nvPr>
        </p:nvSpPr>
        <p:spPr/>
        <p:txBody>
          <a:bodyPr/>
          <a:lstStyle/>
          <a:p>
            <a:r>
              <a:rPr lang="en-US" dirty="0"/>
              <a:t> </a:t>
            </a:r>
          </a:p>
        </p:txBody>
      </p:sp>
      <p:sp>
        <p:nvSpPr>
          <p:cNvPr id="5" name="Subtitle 4">
            <a:extLst>
              <a:ext uri="{FF2B5EF4-FFF2-40B4-BE49-F238E27FC236}">
                <a16:creationId xmlns:a16="http://schemas.microsoft.com/office/drawing/2014/main" id="{70A7D5E3-BA72-4F52-AD2C-1858DD782322}"/>
              </a:ext>
            </a:extLst>
          </p:cNvPr>
          <p:cNvSpPr>
            <a:spLocks noGrp="1"/>
          </p:cNvSpPr>
          <p:nvPr>
            <p:ph type="subTitle" idx="3"/>
          </p:nvPr>
        </p:nvSpPr>
        <p:spPr/>
        <p:txBody>
          <a:bodyPr/>
          <a:lstStyle/>
          <a:p>
            <a:r>
              <a:rPr lang="en-US" dirty="0"/>
              <a:t> </a:t>
            </a:r>
          </a:p>
        </p:txBody>
      </p:sp>
      <p:sp>
        <p:nvSpPr>
          <p:cNvPr id="7" name="Subtitle 6">
            <a:extLst>
              <a:ext uri="{FF2B5EF4-FFF2-40B4-BE49-F238E27FC236}">
                <a16:creationId xmlns:a16="http://schemas.microsoft.com/office/drawing/2014/main" id="{AFA06A44-8449-4A48-B2BE-C703A4718744}"/>
              </a:ext>
            </a:extLst>
          </p:cNvPr>
          <p:cNvSpPr>
            <a:spLocks noGrp="1"/>
          </p:cNvSpPr>
          <p:nvPr>
            <p:ph type="subTitle" idx="7"/>
          </p:nvPr>
        </p:nvSpPr>
        <p:spPr/>
        <p:txBody>
          <a:bodyPr/>
          <a:lstStyle/>
          <a:p>
            <a:r>
              <a:rPr lang="en-US" dirty="0"/>
              <a:t> </a:t>
            </a:r>
          </a:p>
        </p:txBody>
      </p:sp>
      <p:sp>
        <p:nvSpPr>
          <p:cNvPr id="9" name="Subtitle 8">
            <a:extLst>
              <a:ext uri="{FF2B5EF4-FFF2-40B4-BE49-F238E27FC236}">
                <a16:creationId xmlns:a16="http://schemas.microsoft.com/office/drawing/2014/main" id="{0EEEE35A-6172-4033-B03F-45DB8F28FA60}"/>
              </a:ext>
            </a:extLst>
          </p:cNvPr>
          <p:cNvSpPr>
            <a:spLocks noGrp="1"/>
          </p:cNvSpPr>
          <p:nvPr>
            <p:ph type="subTitle" idx="1"/>
          </p:nvPr>
        </p:nvSpPr>
        <p:spPr>
          <a:xfrm flipV="1">
            <a:off x="1804750" y="1889499"/>
            <a:ext cx="2102100" cy="45719"/>
          </a:xfrm>
        </p:spPr>
        <p:txBody>
          <a:bodyPr/>
          <a:lstStyle/>
          <a:p>
            <a:r>
              <a:rPr lang="en-US" dirty="0"/>
              <a:t> </a:t>
            </a:r>
          </a:p>
        </p:txBody>
      </p:sp>
      <p:sp>
        <p:nvSpPr>
          <p:cNvPr id="11" name="Subtitle 10">
            <a:extLst>
              <a:ext uri="{FF2B5EF4-FFF2-40B4-BE49-F238E27FC236}">
                <a16:creationId xmlns:a16="http://schemas.microsoft.com/office/drawing/2014/main" id="{1D4BC0C5-181C-4610-AE4A-965BE39DF5DB}"/>
              </a:ext>
            </a:extLst>
          </p:cNvPr>
          <p:cNvSpPr>
            <a:spLocks noGrp="1"/>
          </p:cNvSpPr>
          <p:nvPr>
            <p:ph type="subTitle" idx="2"/>
          </p:nvPr>
        </p:nvSpPr>
        <p:spPr/>
        <p:txBody>
          <a:bodyPr/>
          <a:lstStyle/>
          <a:p>
            <a:r>
              <a:rPr lang="en-US" dirty="0"/>
              <a:t> </a:t>
            </a:r>
          </a:p>
        </p:txBody>
      </p:sp>
      <p:sp>
        <p:nvSpPr>
          <p:cNvPr id="13" name="Subtitle 12">
            <a:extLst>
              <a:ext uri="{FF2B5EF4-FFF2-40B4-BE49-F238E27FC236}">
                <a16:creationId xmlns:a16="http://schemas.microsoft.com/office/drawing/2014/main" id="{7C980F42-C4F3-4839-8E2B-C3AEFC3C5E4F}"/>
              </a:ext>
            </a:extLst>
          </p:cNvPr>
          <p:cNvSpPr>
            <a:spLocks noGrp="1"/>
          </p:cNvSpPr>
          <p:nvPr>
            <p:ph type="subTitle" idx="8"/>
          </p:nvPr>
        </p:nvSpPr>
        <p:spPr/>
        <p:txBody>
          <a:bodyPr/>
          <a:lstStyle/>
          <a:p>
            <a:r>
              <a:rPr lang="en-US" dirty="0"/>
              <a:t> </a:t>
            </a:r>
          </a:p>
        </p:txBody>
      </p:sp>
      <p:sp>
        <p:nvSpPr>
          <p:cNvPr id="15" name="Subtitle 14">
            <a:extLst>
              <a:ext uri="{FF2B5EF4-FFF2-40B4-BE49-F238E27FC236}">
                <a16:creationId xmlns:a16="http://schemas.microsoft.com/office/drawing/2014/main" id="{523A81C3-DC5B-4832-85DC-DBAB21E40F18}"/>
              </a:ext>
            </a:extLst>
          </p:cNvPr>
          <p:cNvSpPr>
            <a:spLocks noGrp="1"/>
          </p:cNvSpPr>
          <p:nvPr>
            <p:ph type="subTitle" idx="6"/>
          </p:nvPr>
        </p:nvSpPr>
        <p:spPr/>
        <p:txBody>
          <a:bodyPr/>
          <a:lstStyle/>
          <a:p>
            <a:r>
              <a:rPr lang="en-US" dirty="0"/>
              <a:t> </a:t>
            </a:r>
          </a:p>
        </p:txBody>
      </p:sp>
      <p:sp>
        <p:nvSpPr>
          <p:cNvPr id="17" name="Subtitle 16">
            <a:extLst>
              <a:ext uri="{FF2B5EF4-FFF2-40B4-BE49-F238E27FC236}">
                <a16:creationId xmlns:a16="http://schemas.microsoft.com/office/drawing/2014/main" id="{358F9B6D-0C5D-4148-AB1E-62C99D449730}"/>
              </a:ext>
            </a:extLst>
          </p:cNvPr>
          <p:cNvSpPr>
            <a:spLocks noGrp="1"/>
          </p:cNvSpPr>
          <p:nvPr>
            <p:ph type="subTitle" idx="4"/>
          </p:nvPr>
        </p:nvSpPr>
        <p:spPr/>
        <p:txBody>
          <a:bodyPr/>
          <a:lstStyle/>
          <a:p>
            <a:r>
              <a:rPr lang="en-US" dirty="0"/>
              <a:t> </a:t>
            </a:r>
          </a:p>
        </p:txBody>
      </p:sp>
      <p:sp>
        <p:nvSpPr>
          <p:cNvPr id="18" name="Rectangle 1">
            <a:extLst>
              <a:ext uri="{FF2B5EF4-FFF2-40B4-BE49-F238E27FC236}">
                <a16:creationId xmlns:a16="http://schemas.microsoft.com/office/drawing/2014/main" id="{62C63E05-35BC-4512-ABDC-251AAD14F7D3}"/>
              </a:ext>
            </a:extLst>
          </p:cNvPr>
          <p:cNvSpPr>
            <a:spLocks noChangeArrowheads="1"/>
          </p:cNvSpPr>
          <p:nvPr/>
        </p:nvSpPr>
        <p:spPr bwMode="auto">
          <a:xfrm>
            <a:off x="871504" y="916726"/>
            <a:ext cx="7758850" cy="3468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Voice assistants use speech recognition and natural language processing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Previous systems like Siri and Alexa are cloud-based and complex</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Python provides libraries for easy speech processing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Research shows voice-based systems improve accessibility and efficiency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58"/>
        <p:cNvGrpSpPr/>
        <p:nvPr/>
      </p:nvGrpSpPr>
      <p:grpSpPr>
        <a:xfrm>
          <a:off x="0" y="0"/>
          <a:ext cx="0" cy="0"/>
          <a:chOff x="0" y="0"/>
          <a:chExt cx="0" cy="0"/>
        </a:xfrm>
      </p:grpSpPr>
      <p:sp>
        <p:nvSpPr>
          <p:cNvPr id="3159" name="Google Shape;3159;p67"/>
          <p:cNvSpPr txBox="1">
            <a:spLocks noGrp="1"/>
          </p:cNvSpPr>
          <p:nvPr>
            <p:ph type="title"/>
          </p:nvPr>
        </p:nvSpPr>
        <p:spPr>
          <a:xfrm>
            <a:off x="720000" y="560757"/>
            <a:ext cx="7704000" cy="1093319"/>
          </a:xfrm>
          <a:prstGeom prst="rect">
            <a:avLst/>
          </a:prstGeom>
        </p:spPr>
        <p:txBody>
          <a:bodyPr spcFirstLastPara="1" wrap="square" lIns="91425" tIns="91425" rIns="91425" bIns="91425" anchor="t" anchorCtr="0">
            <a:noAutofit/>
          </a:bodyPr>
          <a:lstStyle/>
          <a:p>
            <a:pPr lvl="0"/>
            <a:r>
              <a:rPr lang="en-US" dirty="0"/>
              <a:t>SOFTWARE AND HARDWARE REQUIREMENTS</a:t>
            </a:r>
          </a:p>
        </p:txBody>
      </p:sp>
      <p:graphicFrame>
        <p:nvGraphicFramePr>
          <p:cNvPr id="2" name="Table 1">
            <a:extLst>
              <a:ext uri="{FF2B5EF4-FFF2-40B4-BE49-F238E27FC236}">
                <a16:creationId xmlns:a16="http://schemas.microsoft.com/office/drawing/2014/main" id="{623F842F-B8A9-4823-B7BA-83AD8E325C2D}"/>
              </a:ext>
            </a:extLst>
          </p:cNvPr>
          <p:cNvGraphicFramePr>
            <a:graphicFrameLocks noGrp="1"/>
          </p:cNvGraphicFramePr>
          <p:nvPr>
            <p:extLst>
              <p:ext uri="{D42A27DB-BD31-4B8C-83A1-F6EECF244321}">
                <p14:modId xmlns:p14="http://schemas.microsoft.com/office/powerpoint/2010/main" val="3208608823"/>
              </p:ext>
            </p:extLst>
          </p:nvPr>
        </p:nvGraphicFramePr>
        <p:xfrm>
          <a:off x="1032286" y="2069565"/>
          <a:ext cx="7251552" cy="2712720"/>
        </p:xfrm>
        <a:graphic>
          <a:graphicData uri="http://schemas.openxmlformats.org/drawingml/2006/table">
            <a:tbl>
              <a:tblPr firstRow="1" bandRow="1">
                <a:tableStyleId>{463D0A7B-9537-4148-99B5-E1F1B9B250F7}</a:tableStyleId>
              </a:tblPr>
              <a:tblGrid>
                <a:gridCol w="3615467">
                  <a:extLst>
                    <a:ext uri="{9D8B030D-6E8A-4147-A177-3AD203B41FA5}">
                      <a16:colId xmlns:a16="http://schemas.microsoft.com/office/drawing/2014/main" val="794824227"/>
                    </a:ext>
                  </a:extLst>
                </a:gridCol>
                <a:gridCol w="3636085">
                  <a:extLst>
                    <a:ext uri="{9D8B030D-6E8A-4147-A177-3AD203B41FA5}">
                      <a16:colId xmlns:a16="http://schemas.microsoft.com/office/drawing/2014/main" val="4148188379"/>
                    </a:ext>
                  </a:extLst>
                </a:gridCol>
              </a:tblGrid>
              <a:tr h="2550595">
                <a:tc>
                  <a:txBody>
                    <a:bodyPr/>
                    <a:lstStyle/>
                    <a:p>
                      <a:pPr marL="152400" indent="0">
                        <a:buNone/>
                      </a:pPr>
                      <a:r>
                        <a:rPr lang="en-US" sz="1800" b="1" dirty="0">
                          <a:latin typeface="IBM Plex Mono" panose="020B0604020202020204" charset="0"/>
                        </a:rPr>
                        <a:t>Software Requirements</a:t>
                      </a:r>
                    </a:p>
                    <a:p>
                      <a:pPr marL="152400" indent="0">
                        <a:buNone/>
                      </a:pPr>
                      <a:endParaRPr lang="en-US" sz="1400" b="1" dirty="0">
                        <a:latin typeface="IBM Plex Mono" panose="020B0604020202020204" charset="0"/>
                      </a:endParaRPr>
                    </a:p>
                    <a:p>
                      <a:pPr marL="285750" indent="-285750">
                        <a:lnSpc>
                          <a:spcPct val="150000"/>
                        </a:lnSpc>
                        <a:buFont typeface="Arial" panose="020B0604020202020204" pitchFamily="34" charset="0"/>
                        <a:buChar char="•"/>
                      </a:pPr>
                      <a:r>
                        <a:rPr lang="en-US" sz="1400" i="1" dirty="0">
                          <a:latin typeface="IBM Plex Mono" panose="020B0604020202020204" charset="0"/>
                        </a:rPr>
                        <a:t>Operating System</a:t>
                      </a:r>
                      <a:r>
                        <a:rPr lang="en-US" sz="1400" dirty="0">
                          <a:latin typeface="IBM Plex Mono" panose="020B0604020202020204" charset="0"/>
                        </a:rPr>
                        <a:t>: Windows</a:t>
                      </a:r>
                    </a:p>
                    <a:p>
                      <a:pPr marL="285750" indent="-285750">
                        <a:lnSpc>
                          <a:spcPct val="150000"/>
                        </a:lnSpc>
                        <a:buFont typeface="Arial" panose="020B0604020202020204" pitchFamily="34" charset="0"/>
                        <a:buChar char="•"/>
                      </a:pPr>
                      <a:r>
                        <a:rPr lang="en-US" sz="1400" i="1" dirty="0">
                          <a:latin typeface="IBM Plex Mono" panose="020B0604020202020204" charset="0"/>
                        </a:rPr>
                        <a:t>Programming Language</a:t>
                      </a:r>
                      <a:r>
                        <a:rPr lang="en-US" sz="1400" dirty="0">
                          <a:latin typeface="IBM Plex Mono" panose="020B0604020202020204" charset="0"/>
                        </a:rPr>
                        <a:t>: Python</a:t>
                      </a:r>
                    </a:p>
                    <a:p>
                      <a:pPr marL="285750" indent="-285750">
                        <a:lnSpc>
                          <a:spcPct val="150000"/>
                        </a:lnSpc>
                        <a:buFont typeface="Arial" panose="020B0604020202020204" pitchFamily="34" charset="0"/>
                        <a:buChar char="•"/>
                      </a:pPr>
                      <a:r>
                        <a:rPr lang="en-US" sz="1400" i="1" dirty="0">
                          <a:latin typeface="IBM Plex Mono" panose="020B0604020202020204" charset="0"/>
                        </a:rPr>
                        <a:t>Libraries</a:t>
                      </a:r>
                      <a:r>
                        <a:rPr lang="en-US" sz="1400" dirty="0">
                          <a:latin typeface="IBM Plex Mono" panose="020B0604020202020204" charset="0"/>
                        </a:rPr>
                        <a:t>: pyttsx3 , Speech                       </a:t>
                      </a:r>
                    </a:p>
                    <a:p>
                      <a:pPr marL="0" indent="0">
                        <a:lnSpc>
                          <a:spcPct val="150000"/>
                        </a:lnSpc>
                        <a:buFont typeface="Arial" panose="020B0604020202020204" pitchFamily="34" charset="0"/>
                        <a:buNone/>
                      </a:pPr>
                      <a:r>
                        <a:rPr lang="en-US" sz="1400" dirty="0">
                          <a:latin typeface="IBM Plex Mono" panose="020B0604020202020204" charset="0"/>
                        </a:rPr>
                        <a:t>     Recognition, Wikipedia  </a:t>
                      </a:r>
                    </a:p>
                    <a:p>
                      <a:pPr marL="285750" indent="-285750">
                        <a:lnSpc>
                          <a:spcPct val="150000"/>
                        </a:lnSpc>
                        <a:buFont typeface="Arial" panose="020B0604020202020204" pitchFamily="34" charset="0"/>
                        <a:buChar char="•"/>
                      </a:pPr>
                      <a:r>
                        <a:rPr lang="en-US" sz="1400" i="1" dirty="0">
                          <a:latin typeface="IBM Plex Mono" panose="020B0604020202020204" charset="0"/>
                        </a:rPr>
                        <a:t>IDE</a:t>
                      </a:r>
                      <a:r>
                        <a:rPr lang="en-US" sz="1400" dirty="0">
                          <a:latin typeface="IBM Plex Mono" panose="020B0604020202020204" charset="0"/>
                        </a:rPr>
                        <a:t>: VS Code </a:t>
                      </a:r>
                    </a:p>
                    <a:p>
                      <a:pPr marL="0" lvl="0" indent="0" algn="l" rtl="0">
                        <a:spcBef>
                          <a:spcPts val="0"/>
                        </a:spcBef>
                        <a:spcAft>
                          <a:spcPts val="0"/>
                        </a:spcAft>
                        <a:buNone/>
                      </a:pPr>
                      <a:endParaRPr lang="en-US" sz="1400" dirty="0">
                        <a:solidFill>
                          <a:schemeClr val="dk1"/>
                        </a:solidFill>
                        <a:latin typeface="IBM Plex Mono" panose="020B0604020202020204" charset="0"/>
                      </a:endParaRP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52400" indent="0">
                        <a:buNone/>
                      </a:pPr>
                      <a:r>
                        <a:rPr lang="en-US" sz="1800" b="1" dirty="0">
                          <a:latin typeface="IBM Plex Mono" panose="020B0604020202020204" charset="0"/>
                        </a:rPr>
                        <a:t>Hardware Requirements</a:t>
                      </a:r>
                    </a:p>
                    <a:p>
                      <a:pPr marL="152400" indent="0">
                        <a:buNone/>
                      </a:pPr>
                      <a:endParaRPr lang="en-US" b="1" dirty="0">
                        <a:latin typeface="IBM Plex Mono" panose="020B0604020202020204" charset="0"/>
                      </a:endParaRPr>
                    </a:p>
                    <a:p>
                      <a:pPr marL="285750" indent="-285750">
                        <a:lnSpc>
                          <a:spcPct val="200000"/>
                        </a:lnSpc>
                        <a:buFont typeface="Arial" panose="020B0604020202020204" pitchFamily="34" charset="0"/>
                        <a:buChar char="•"/>
                      </a:pPr>
                      <a:r>
                        <a:rPr lang="en-US" dirty="0">
                          <a:latin typeface="IBM Plex Mono" panose="020B0604020202020204" charset="0"/>
                        </a:rPr>
                        <a:t>Computer or Laptop</a:t>
                      </a:r>
                    </a:p>
                    <a:p>
                      <a:pPr marL="285750" indent="-285750">
                        <a:lnSpc>
                          <a:spcPct val="200000"/>
                        </a:lnSpc>
                        <a:buFont typeface="Arial" panose="020B0604020202020204" pitchFamily="34" charset="0"/>
                        <a:buChar char="•"/>
                      </a:pPr>
                      <a:r>
                        <a:rPr lang="en-US" dirty="0">
                          <a:latin typeface="IBM Plex Mono" panose="020B0604020202020204" charset="0"/>
                        </a:rPr>
                        <a:t>Microphone or Headset</a:t>
                      </a:r>
                    </a:p>
                    <a:p>
                      <a:pPr marL="285750" indent="-285750">
                        <a:lnSpc>
                          <a:spcPct val="200000"/>
                        </a:lnSpc>
                        <a:buFont typeface="Arial" panose="020B0604020202020204" pitchFamily="34" charset="0"/>
                        <a:buChar char="•"/>
                      </a:pPr>
                      <a:r>
                        <a:rPr lang="en-US" dirty="0">
                          <a:latin typeface="IBM Plex Mono" panose="020B0604020202020204" charset="0"/>
                        </a:rPr>
                        <a:t>Internet connection </a:t>
                      </a:r>
                    </a:p>
                    <a:p>
                      <a:pPr marL="0" indent="0">
                        <a:lnSpc>
                          <a:spcPct val="200000"/>
                        </a:lnSpc>
                        <a:buFont typeface="Arial" panose="020B0604020202020204" pitchFamily="34" charset="0"/>
                        <a:buNone/>
                      </a:pPr>
                      <a:r>
                        <a:rPr lang="en-US" dirty="0">
                          <a:latin typeface="IBM Plex Mono" panose="020B0604020202020204" charset="0"/>
                        </a:rPr>
                        <a:t>    (for speech recognition)</a:t>
                      </a:r>
                    </a:p>
                    <a:p>
                      <a:pPr marL="0" lvl="0" indent="0" algn="l" rtl="0">
                        <a:spcBef>
                          <a:spcPts val="0"/>
                        </a:spcBef>
                        <a:spcAft>
                          <a:spcPts val="0"/>
                        </a:spcAft>
                        <a:buNone/>
                      </a:pPr>
                      <a:endParaRPr lang="en-US" dirty="0">
                        <a:solidFill>
                          <a:schemeClr val="dk1"/>
                        </a:solidFill>
                        <a:latin typeface="IBM Plex Mono" panose="020B0604020202020204" charset="0"/>
                      </a:endParaRP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385545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40"/>
        <p:cNvGrpSpPr/>
        <p:nvPr/>
      </p:nvGrpSpPr>
      <p:grpSpPr>
        <a:xfrm>
          <a:off x="0" y="0"/>
          <a:ext cx="0" cy="0"/>
          <a:chOff x="0" y="0"/>
          <a:chExt cx="0" cy="0"/>
        </a:xfrm>
      </p:grpSpPr>
      <p:sp>
        <p:nvSpPr>
          <p:cNvPr id="1841" name="Google Shape;1841;p46"/>
          <p:cNvSpPr txBox="1">
            <a:spLocks noGrp="1"/>
          </p:cNvSpPr>
          <p:nvPr>
            <p:ph type="title"/>
          </p:nvPr>
        </p:nvSpPr>
        <p:spPr>
          <a:xfrm>
            <a:off x="824078" y="429790"/>
            <a:ext cx="6082243" cy="621771"/>
          </a:xfrm>
          <a:prstGeom prst="rect">
            <a:avLst/>
          </a:prstGeom>
        </p:spPr>
        <p:txBody>
          <a:bodyPr spcFirstLastPara="1" wrap="square" lIns="91425" tIns="91425" rIns="91425" bIns="91425" anchor="b" anchorCtr="0">
            <a:noAutofit/>
          </a:bodyPr>
          <a:lstStyle/>
          <a:p>
            <a:pPr lvl="0"/>
            <a:r>
              <a:rPr lang="en-US" dirty="0"/>
              <a:t>ARCHITECTURE</a:t>
            </a:r>
          </a:p>
        </p:txBody>
      </p:sp>
      <p:grpSp>
        <p:nvGrpSpPr>
          <p:cNvPr id="1843" name="Google Shape;1843;p46"/>
          <p:cNvGrpSpPr/>
          <p:nvPr/>
        </p:nvGrpSpPr>
        <p:grpSpPr>
          <a:xfrm>
            <a:off x="-74792" y="1766169"/>
            <a:ext cx="480890" cy="481200"/>
            <a:chOff x="959750" y="3039275"/>
            <a:chExt cx="582050" cy="582425"/>
          </a:xfrm>
        </p:grpSpPr>
        <p:sp>
          <p:nvSpPr>
            <p:cNvPr id="1844" name="Google Shape;1844;p46"/>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46"/>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6"/>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6"/>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6"/>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46"/>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46"/>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Subtitle 5">
            <a:extLst>
              <a:ext uri="{FF2B5EF4-FFF2-40B4-BE49-F238E27FC236}">
                <a16:creationId xmlns:a16="http://schemas.microsoft.com/office/drawing/2014/main" id="{0CF106B6-75C3-41D9-BE6A-8A7E7232095E}"/>
              </a:ext>
            </a:extLst>
          </p:cNvPr>
          <p:cNvSpPr>
            <a:spLocks noGrp="1"/>
          </p:cNvSpPr>
          <p:nvPr>
            <p:ph type="subTitle" idx="1"/>
          </p:nvPr>
        </p:nvSpPr>
        <p:spPr/>
        <p:txBody>
          <a:bodyPr/>
          <a:lstStyle/>
          <a:p>
            <a:pPr marL="139700" indent="0">
              <a:buNone/>
            </a:pPr>
            <a:r>
              <a:rPr lang="en-US" dirty="0"/>
              <a:t> </a:t>
            </a:r>
          </a:p>
        </p:txBody>
      </p:sp>
      <p:pic>
        <p:nvPicPr>
          <p:cNvPr id="3" name="Picture 2">
            <a:extLst>
              <a:ext uri="{FF2B5EF4-FFF2-40B4-BE49-F238E27FC236}">
                <a16:creationId xmlns:a16="http://schemas.microsoft.com/office/drawing/2014/main" id="{A9A5C22A-7762-4760-814F-5EC13132B4AF}"/>
              </a:ext>
            </a:extLst>
          </p:cNvPr>
          <p:cNvPicPr>
            <a:picLocks noChangeAspect="1"/>
          </p:cNvPicPr>
          <p:nvPr/>
        </p:nvPicPr>
        <p:blipFill rotWithShape="1">
          <a:blip r:embed="rId3"/>
          <a:srcRect l="1195" t="13944" r="2060" b="3539"/>
          <a:stretch/>
        </p:blipFill>
        <p:spPr>
          <a:xfrm>
            <a:off x="1444083" y="1156471"/>
            <a:ext cx="6255834" cy="3557239"/>
          </a:xfrm>
          <a:prstGeom prst="rect">
            <a:avLst/>
          </a:prstGeom>
        </p:spPr>
      </p:pic>
    </p:spTree>
    <p:extLst>
      <p:ext uri="{BB962C8B-B14F-4D97-AF65-F5344CB8AC3E}">
        <p14:creationId xmlns:p14="http://schemas.microsoft.com/office/powerpoint/2010/main" val="942029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40"/>
        <p:cNvGrpSpPr/>
        <p:nvPr/>
      </p:nvGrpSpPr>
      <p:grpSpPr>
        <a:xfrm>
          <a:off x="0" y="0"/>
          <a:ext cx="0" cy="0"/>
          <a:chOff x="0" y="0"/>
          <a:chExt cx="0" cy="0"/>
        </a:xfrm>
      </p:grpSpPr>
      <p:sp>
        <p:nvSpPr>
          <p:cNvPr id="1841" name="Google Shape;1841;p46"/>
          <p:cNvSpPr txBox="1">
            <a:spLocks noGrp="1"/>
          </p:cNvSpPr>
          <p:nvPr>
            <p:ph type="title"/>
          </p:nvPr>
        </p:nvSpPr>
        <p:spPr>
          <a:xfrm>
            <a:off x="720000" y="524253"/>
            <a:ext cx="6082243" cy="621771"/>
          </a:xfrm>
          <a:prstGeom prst="rect">
            <a:avLst/>
          </a:prstGeom>
        </p:spPr>
        <p:txBody>
          <a:bodyPr spcFirstLastPara="1" wrap="square" lIns="91425" tIns="91425" rIns="91425" bIns="91425" anchor="b" anchorCtr="0">
            <a:noAutofit/>
          </a:bodyPr>
          <a:lstStyle/>
          <a:p>
            <a:pPr lvl="0"/>
            <a:r>
              <a:rPr lang="en-US" dirty="0"/>
              <a:t>ARCHITECTURE</a:t>
            </a:r>
          </a:p>
        </p:txBody>
      </p:sp>
      <p:grpSp>
        <p:nvGrpSpPr>
          <p:cNvPr id="1843" name="Google Shape;1843;p46"/>
          <p:cNvGrpSpPr/>
          <p:nvPr/>
        </p:nvGrpSpPr>
        <p:grpSpPr>
          <a:xfrm>
            <a:off x="-74792" y="1766169"/>
            <a:ext cx="480890" cy="481200"/>
            <a:chOff x="959750" y="3039275"/>
            <a:chExt cx="582050" cy="582425"/>
          </a:xfrm>
        </p:grpSpPr>
        <p:sp>
          <p:nvSpPr>
            <p:cNvPr id="1844" name="Google Shape;1844;p46"/>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46"/>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6"/>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6"/>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6"/>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46"/>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46"/>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Subtitle 5">
            <a:extLst>
              <a:ext uri="{FF2B5EF4-FFF2-40B4-BE49-F238E27FC236}">
                <a16:creationId xmlns:a16="http://schemas.microsoft.com/office/drawing/2014/main" id="{0CF106B6-75C3-41D9-BE6A-8A7E7232095E}"/>
              </a:ext>
            </a:extLst>
          </p:cNvPr>
          <p:cNvSpPr>
            <a:spLocks noGrp="1"/>
          </p:cNvSpPr>
          <p:nvPr>
            <p:ph type="subTitle" idx="1"/>
          </p:nvPr>
        </p:nvSpPr>
        <p:spPr/>
        <p:txBody>
          <a:bodyPr/>
          <a:lstStyle/>
          <a:p>
            <a:pPr marL="139700" indent="0">
              <a:buNone/>
            </a:pPr>
            <a:r>
              <a:rPr lang="en-US" dirty="0"/>
              <a:t> </a:t>
            </a:r>
          </a:p>
        </p:txBody>
      </p:sp>
      <p:pic>
        <p:nvPicPr>
          <p:cNvPr id="9" name="Picture 8">
            <a:extLst>
              <a:ext uri="{FF2B5EF4-FFF2-40B4-BE49-F238E27FC236}">
                <a16:creationId xmlns:a16="http://schemas.microsoft.com/office/drawing/2014/main" id="{40486065-4839-46E8-AE57-A7D50E767AFB}"/>
              </a:ext>
            </a:extLst>
          </p:cNvPr>
          <p:cNvPicPr>
            <a:picLocks noChangeAspect="1"/>
          </p:cNvPicPr>
          <p:nvPr/>
        </p:nvPicPr>
        <p:blipFill rotWithShape="1">
          <a:blip r:embed="rId3"/>
          <a:srcRect l="1558" t="1653" r="17487" b="3492"/>
          <a:stretch/>
        </p:blipFill>
        <p:spPr>
          <a:xfrm>
            <a:off x="5595865" y="239651"/>
            <a:ext cx="2828135" cy="4807361"/>
          </a:xfrm>
          <a:prstGeom prst="rect">
            <a:avLst/>
          </a:prstGeom>
        </p:spPr>
      </p:pic>
      <p:sp>
        <p:nvSpPr>
          <p:cNvPr id="10" name="Rectangle 1">
            <a:extLst>
              <a:ext uri="{FF2B5EF4-FFF2-40B4-BE49-F238E27FC236}">
                <a16:creationId xmlns:a16="http://schemas.microsoft.com/office/drawing/2014/main" id="{D4A79058-5308-4165-90CF-32D155E89EF3}"/>
              </a:ext>
            </a:extLst>
          </p:cNvPr>
          <p:cNvSpPr>
            <a:spLocks noChangeArrowheads="1"/>
          </p:cNvSpPr>
          <p:nvPr/>
        </p:nvSpPr>
        <p:spPr bwMode="auto">
          <a:xfrm>
            <a:off x="887334" y="1231021"/>
            <a:ext cx="4541198" cy="2824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IBM Plex Mono" panose="020B0604020202020204" charset="0"/>
              </a:rPr>
              <a:t>User gives voice input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IBM Plex Mono" panose="020B0604020202020204" charset="0"/>
              </a:rPr>
              <a:t>Microphone captures audio</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IBM Plex Mono" panose="020B0604020202020204" charset="0"/>
              </a:rPr>
              <a:t>Speech Recognition converts audio</a:t>
            </a:r>
          </a:p>
          <a:p>
            <a:pPr marR="0" lvl="0" algn="l" defTabSz="914400" rtl="0" eaLnBrk="0" fontAlgn="base" latinLnBrk="0" hangingPunct="0">
              <a:lnSpc>
                <a:spcPct val="150000"/>
              </a:lnSpc>
              <a:spcBef>
                <a:spcPct val="0"/>
              </a:spcBef>
              <a:spcAft>
                <a:spcPct val="0"/>
              </a:spcAft>
              <a:buClrTx/>
              <a:buSzTx/>
              <a:tabLst/>
            </a:pPr>
            <a:r>
              <a:rPr lang="en-US" altLang="en-US" sz="1500" dirty="0">
                <a:solidFill>
                  <a:schemeClr val="tx1"/>
                </a:solidFill>
                <a:latin typeface="IBM Plex Mono" panose="020B0604020202020204" charset="0"/>
              </a:rPr>
              <a:t>    </a:t>
            </a:r>
            <a:r>
              <a:rPr kumimoji="0" lang="en-US" altLang="en-US" sz="1500" b="0" i="0" u="none" strike="noStrike" cap="none" normalizeH="0" baseline="0" dirty="0">
                <a:ln>
                  <a:noFill/>
                </a:ln>
                <a:solidFill>
                  <a:schemeClr val="tx1"/>
                </a:solidFill>
                <a:effectLst/>
                <a:latin typeface="IBM Plex Mono" panose="020B0604020202020204" charset="0"/>
              </a:rPr>
              <a:t>to text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IBM Plex Mono" panose="020B0604020202020204" charset="0"/>
              </a:rPr>
              <a:t>Python logic processes the command</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IBM Plex Mono" panose="020B0604020202020204" charset="0"/>
              </a:rPr>
              <a:t>Required action is performed</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IBM Plex Mono" panose="020B0604020202020204" charset="0"/>
              </a:rPr>
              <a:t>pyttsx3 converts response text into </a:t>
            </a:r>
          </a:p>
          <a:p>
            <a:pPr marR="0" lvl="0" algn="l" defTabSz="914400" rtl="0" eaLnBrk="0" fontAlgn="base" latinLnBrk="0" hangingPunct="0">
              <a:lnSpc>
                <a:spcPct val="150000"/>
              </a:lnSpc>
              <a:spcBef>
                <a:spcPct val="0"/>
              </a:spcBef>
              <a:spcAft>
                <a:spcPct val="0"/>
              </a:spcAft>
              <a:buClrTx/>
              <a:buSzTx/>
              <a:tabLst/>
            </a:pPr>
            <a:r>
              <a:rPr kumimoji="0" lang="en-US" altLang="en-US" sz="1500" b="0" i="0" u="none" strike="noStrike" cap="none" normalizeH="0" baseline="0" dirty="0">
                <a:ln>
                  <a:noFill/>
                </a:ln>
                <a:solidFill>
                  <a:schemeClr val="tx1"/>
                </a:solidFill>
                <a:effectLst/>
                <a:latin typeface="IBM Plex Mono" panose="020B0604020202020204" charset="0"/>
              </a:rPr>
              <a:t>    speech</a:t>
            </a:r>
          </a:p>
        </p:txBody>
      </p:sp>
      <p:sp>
        <p:nvSpPr>
          <p:cNvPr id="11" name="Rectangle 10">
            <a:extLst>
              <a:ext uri="{FF2B5EF4-FFF2-40B4-BE49-F238E27FC236}">
                <a16:creationId xmlns:a16="http://schemas.microsoft.com/office/drawing/2014/main" id="{29C43777-B1AF-4323-96E4-27DEC12B7F2F}"/>
              </a:ext>
            </a:extLst>
          </p:cNvPr>
          <p:cNvSpPr/>
          <p:nvPr/>
        </p:nvSpPr>
        <p:spPr>
          <a:xfrm>
            <a:off x="2286000" y="-1998732"/>
            <a:ext cx="6400800" cy="261610"/>
          </a:xfrm>
          <a:prstGeom prst="rect">
            <a:avLst/>
          </a:prstGeom>
        </p:spPr>
        <p:txBody>
          <a:bodyPr wrap="square">
            <a:spAutoFit/>
          </a:bodyPr>
          <a:lstStyle/>
          <a:p>
            <a:r>
              <a:rPr lang="en-US" sz="1100" dirty="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55"/>
        <p:cNvGrpSpPr/>
        <p:nvPr/>
      </p:nvGrpSpPr>
      <p:grpSpPr>
        <a:xfrm>
          <a:off x="0" y="0"/>
          <a:ext cx="0" cy="0"/>
          <a:chOff x="0" y="0"/>
          <a:chExt cx="0" cy="0"/>
        </a:xfrm>
      </p:grpSpPr>
      <p:sp>
        <p:nvSpPr>
          <p:cNvPr id="1856" name="Google Shape;1856;p47"/>
          <p:cNvSpPr txBox="1">
            <a:spLocks noGrp="1"/>
          </p:cNvSpPr>
          <p:nvPr>
            <p:ph type="title"/>
          </p:nvPr>
        </p:nvSpPr>
        <p:spPr>
          <a:xfrm>
            <a:off x="713225" y="1766475"/>
            <a:ext cx="6576000" cy="103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 </a:t>
            </a:r>
            <a:endParaRPr dirty="0"/>
          </a:p>
        </p:txBody>
      </p:sp>
      <p:sp>
        <p:nvSpPr>
          <p:cNvPr id="1857" name="Google Shape;1857;p47"/>
          <p:cNvSpPr txBox="1">
            <a:spLocks noGrp="1"/>
          </p:cNvSpPr>
          <p:nvPr>
            <p:ph type="subTitle" idx="1"/>
          </p:nvPr>
        </p:nvSpPr>
        <p:spPr>
          <a:xfrm>
            <a:off x="713225" y="3118375"/>
            <a:ext cx="6576000" cy="49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grpSp>
        <p:nvGrpSpPr>
          <p:cNvPr id="1858" name="Google Shape;1858;p47"/>
          <p:cNvGrpSpPr/>
          <p:nvPr/>
        </p:nvGrpSpPr>
        <p:grpSpPr>
          <a:xfrm>
            <a:off x="6527600" y="-628478"/>
            <a:ext cx="5128253" cy="6694378"/>
            <a:chOff x="6222800" y="-628478"/>
            <a:chExt cx="5128253" cy="6694378"/>
          </a:xfrm>
        </p:grpSpPr>
        <p:pic>
          <p:nvPicPr>
            <p:cNvPr id="1859" name="Google Shape;1859;p47"/>
            <p:cNvPicPr preferRelativeResize="0"/>
            <p:nvPr/>
          </p:nvPicPr>
          <p:blipFill rotWithShape="1">
            <a:blip r:embed="rId3">
              <a:alphaModFix/>
            </a:blip>
            <a:srcRect t="17657" b="17663"/>
            <a:stretch/>
          </p:blipFill>
          <p:spPr>
            <a:xfrm>
              <a:off x="7517168" y="-628478"/>
              <a:ext cx="3082266" cy="2352450"/>
            </a:xfrm>
            <a:prstGeom prst="rect">
              <a:avLst/>
            </a:prstGeom>
            <a:noFill/>
            <a:ln>
              <a:noFill/>
            </a:ln>
          </p:spPr>
        </p:pic>
        <p:pic>
          <p:nvPicPr>
            <p:cNvPr id="1860" name="Google Shape;1860;p47"/>
            <p:cNvPicPr preferRelativeResize="0"/>
            <p:nvPr/>
          </p:nvPicPr>
          <p:blipFill rotWithShape="1">
            <a:blip r:embed="rId4">
              <a:alphaModFix/>
            </a:blip>
            <a:srcRect l="16960" t="24718" r="7121" b="26177"/>
            <a:stretch/>
          </p:blipFill>
          <p:spPr>
            <a:xfrm>
              <a:off x="6714900" y="3028141"/>
              <a:ext cx="3980176" cy="3037760"/>
            </a:xfrm>
            <a:prstGeom prst="rect">
              <a:avLst/>
            </a:prstGeom>
            <a:noFill/>
            <a:ln>
              <a:noFill/>
            </a:ln>
          </p:spPr>
        </p:pic>
        <p:sp>
          <p:nvSpPr>
            <p:cNvPr id="1861" name="Google Shape;1861;p47"/>
            <p:cNvSpPr/>
            <p:nvPr/>
          </p:nvSpPr>
          <p:spPr>
            <a:xfrm rot="10800000">
              <a:off x="7698559" y="2460647"/>
              <a:ext cx="1239218" cy="2912943"/>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47"/>
            <p:cNvSpPr/>
            <p:nvPr/>
          </p:nvSpPr>
          <p:spPr>
            <a:xfrm rot="10800000">
              <a:off x="7899688" y="2461423"/>
              <a:ext cx="1239218" cy="2912943"/>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47"/>
            <p:cNvSpPr/>
            <p:nvPr/>
          </p:nvSpPr>
          <p:spPr>
            <a:xfrm>
              <a:off x="6222800" y="-628462"/>
              <a:ext cx="3980181" cy="6461569"/>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64" name="Google Shape;1864;p47"/>
            <p:cNvGrpSpPr/>
            <p:nvPr/>
          </p:nvGrpSpPr>
          <p:grpSpPr>
            <a:xfrm>
              <a:off x="6794737" y="4179460"/>
              <a:ext cx="734664" cy="735137"/>
              <a:chOff x="959750" y="3039275"/>
              <a:chExt cx="582050" cy="582425"/>
            </a:xfrm>
          </p:grpSpPr>
          <p:sp>
            <p:nvSpPr>
              <p:cNvPr id="1865" name="Google Shape;1865;p4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4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4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2" name="Google Shape;1872;p47"/>
            <p:cNvGrpSpPr/>
            <p:nvPr/>
          </p:nvGrpSpPr>
          <p:grpSpPr>
            <a:xfrm>
              <a:off x="8128313" y="1310040"/>
              <a:ext cx="169158" cy="169158"/>
              <a:chOff x="8356813" y="1074288"/>
              <a:chExt cx="351900" cy="351900"/>
            </a:xfrm>
          </p:grpSpPr>
          <p:sp>
            <p:nvSpPr>
              <p:cNvPr id="1873" name="Google Shape;1873;p47"/>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47"/>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5" name="Google Shape;1875;p47"/>
            <p:cNvGrpSpPr/>
            <p:nvPr/>
          </p:nvGrpSpPr>
          <p:grpSpPr>
            <a:xfrm>
              <a:off x="7360240" y="2075006"/>
              <a:ext cx="169158" cy="169158"/>
              <a:chOff x="8356813" y="1074288"/>
              <a:chExt cx="351900" cy="351900"/>
            </a:xfrm>
          </p:grpSpPr>
          <p:sp>
            <p:nvSpPr>
              <p:cNvPr id="1876" name="Google Shape;1876;p47"/>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47"/>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8" name="Google Shape;1878;p47"/>
            <p:cNvGrpSpPr/>
            <p:nvPr/>
          </p:nvGrpSpPr>
          <p:grpSpPr>
            <a:xfrm>
              <a:off x="8233587" y="3028150"/>
              <a:ext cx="169158" cy="169158"/>
              <a:chOff x="8356813" y="1074288"/>
              <a:chExt cx="351900" cy="351900"/>
            </a:xfrm>
          </p:grpSpPr>
          <p:sp>
            <p:nvSpPr>
              <p:cNvPr id="1879" name="Google Shape;1879;p47"/>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47"/>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1" name="Google Shape;1881;p47"/>
            <p:cNvSpPr/>
            <p:nvPr/>
          </p:nvSpPr>
          <p:spPr>
            <a:xfrm>
              <a:off x="8754821" y="2763320"/>
              <a:ext cx="606949" cy="600556"/>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82" name="Google Shape;1882;p47"/>
            <p:cNvGrpSpPr/>
            <p:nvPr/>
          </p:nvGrpSpPr>
          <p:grpSpPr>
            <a:xfrm>
              <a:off x="8782808" y="2723340"/>
              <a:ext cx="883449" cy="2083923"/>
              <a:chOff x="8337812" y="3492483"/>
              <a:chExt cx="699928" cy="1651024"/>
            </a:xfrm>
          </p:grpSpPr>
          <p:sp>
            <p:nvSpPr>
              <p:cNvPr id="1883" name="Google Shape;1883;p47"/>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7"/>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7"/>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6" name="Google Shape;1886;p47"/>
            <p:cNvGrpSpPr/>
            <p:nvPr/>
          </p:nvGrpSpPr>
          <p:grpSpPr>
            <a:xfrm>
              <a:off x="8215673" y="4178313"/>
              <a:ext cx="1141869" cy="916509"/>
              <a:chOff x="7945225" y="4302000"/>
              <a:chExt cx="904666" cy="726121"/>
            </a:xfrm>
          </p:grpSpPr>
          <p:sp>
            <p:nvSpPr>
              <p:cNvPr id="1887" name="Google Shape;1887;p47"/>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47"/>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7"/>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90" name="Google Shape;1890;p47"/>
            <p:cNvSpPr/>
            <p:nvPr/>
          </p:nvSpPr>
          <p:spPr>
            <a:xfrm rot="5400000">
              <a:off x="8491754" y="371428"/>
              <a:ext cx="1793675" cy="3576323"/>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91" name="Google Shape;1891;p47"/>
            <p:cNvGrpSpPr/>
            <p:nvPr/>
          </p:nvGrpSpPr>
          <p:grpSpPr>
            <a:xfrm>
              <a:off x="7774724" y="3187835"/>
              <a:ext cx="734664" cy="735137"/>
              <a:chOff x="959750" y="3039275"/>
              <a:chExt cx="582050" cy="582425"/>
            </a:xfrm>
          </p:grpSpPr>
          <p:sp>
            <p:nvSpPr>
              <p:cNvPr id="1892" name="Google Shape;1892;p4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4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4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4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4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4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4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9" name="Google Shape;1899;p47"/>
            <p:cNvGrpSpPr/>
            <p:nvPr/>
          </p:nvGrpSpPr>
          <p:grpSpPr>
            <a:xfrm>
              <a:off x="7625399" y="3691035"/>
              <a:ext cx="734664" cy="735137"/>
              <a:chOff x="959750" y="3039275"/>
              <a:chExt cx="582050" cy="582425"/>
            </a:xfrm>
          </p:grpSpPr>
          <p:sp>
            <p:nvSpPr>
              <p:cNvPr id="1900" name="Google Shape;1900;p4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4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4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4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4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4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4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07" name="Google Shape;1907;p47"/>
            <p:cNvSpPr/>
            <p:nvPr/>
          </p:nvSpPr>
          <p:spPr>
            <a:xfrm rot="5400000">
              <a:off x="8666054" y="247478"/>
              <a:ext cx="1793675" cy="3576323"/>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 name="Google Shape;2079;p52">
            <a:extLst>
              <a:ext uri="{FF2B5EF4-FFF2-40B4-BE49-F238E27FC236}">
                <a16:creationId xmlns:a16="http://schemas.microsoft.com/office/drawing/2014/main" id="{769716B7-8516-4704-825A-159B6DB5A7A5}"/>
              </a:ext>
            </a:extLst>
          </p:cNvPr>
          <p:cNvSpPr txBox="1">
            <a:spLocks/>
          </p:cNvSpPr>
          <p:nvPr/>
        </p:nvSpPr>
        <p:spPr>
          <a:xfrm>
            <a:off x="979695" y="743017"/>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9600"/>
              <a:buFont typeface="Poppins"/>
              <a:buNone/>
              <a:defRPr sz="6000" b="1" i="0" u="none" strike="noStrike" cap="none">
                <a:solidFill>
                  <a:schemeClr val="dk2"/>
                </a:solidFill>
                <a:latin typeface="Poppins"/>
                <a:ea typeface="Poppins"/>
                <a:cs typeface="Poppins"/>
                <a:sym typeface="Poppins"/>
              </a:defRPr>
            </a:lvl1pPr>
            <a:lvl2pPr marR="0" lvl="1" algn="ctr" rtl="0">
              <a:lnSpc>
                <a:spcPct val="100000"/>
              </a:lnSpc>
              <a:spcBef>
                <a:spcPts val="0"/>
              </a:spcBef>
              <a:spcAft>
                <a:spcPts val="0"/>
              </a:spcAft>
              <a:buClr>
                <a:schemeClr val="dk2"/>
              </a:buClr>
              <a:buSzPts val="9600"/>
              <a:buFont typeface="Poppins"/>
              <a:buNone/>
              <a:defRPr sz="9600" b="1" i="0" u="none" strike="noStrike" cap="none">
                <a:solidFill>
                  <a:schemeClr val="dk2"/>
                </a:solidFill>
                <a:latin typeface="Poppins"/>
                <a:ea typeface="Poppins"/>
                <a:cs typeface="Poppins"/>
                <a:sym typeface="Poppins"/>
              </a:defRPr>
            </a:lvl2pPr>
            <a:lvl3pPr marR="0" lvl="2" algn="ctr" rtl="0">
              <a:lnSpc>
                <a:spcPct val="100000"/>
              </a:lnSpc>
              <a:spcBef>
                <a:spcPts val="0"/>
              </a:spcBef>
              <a:spcAft>
                <a:spcPts val="0"/>
              </a:spcAft>
              <a:buClr>
                <a:schemeClr val="dk2"/>
              </a:buClr>
              <a:buSzPts val="9600"/>
              <a:buFont typeface="Poppins"/>
              <a:buNone/>
              <a:defRPr sz="9600" b="1" i="0" u="none" strike="noStrike" cap="none">
                <a:solidFill>
                  <a:schemeClr val="dk2"/>
                </a:solidFill>
                <a:latin typeface="Poppins"/>
                <a:ea typeface="Poppins"/>
                <a:cs typeface="Poppins"/>
                <a:sym typeface="Poppins"/>
              </a:defRPr>
            </a:lvl3pPr>
            <a:lvl4pPr marR="0" lvl="3" algn="ctr" rtl="0">
              <a:lnSpc>
                <a:spcPct val="100000"/>
              </a:lnSpc>
              <a:spcBef>
                <a:spcPts val="0"/>
              </a:spcBef>
              <a:spcAft>
                <a:spcPts val="0"/>
              </a:spcAft>
              <a:buClr>
                <a:schemeClr val="dk2"/>
              </a:buClr>
              <a:buSzPts val="9600"/>
              <a:buFont typeface="Poppins"/>
              <a:buNone/>
              <a:defRPr sz="9600" b="1" i="0" u="none" strike="noStrike" cap="none">
                <a:solidFill>
                  <a:schemeClr val="dk2"/>
                </a:solidFill>
                <a:latin typeface="Poppins"/>
                <a:ea typeface="Poppins"/>
                <a:cs typeface="Poppins"/>
                <a:sym typeface="Poppins"/>
              </a:defRPr>
            </a:lvl4pPr>
            <a:lvl5pPr marR="0" lvl="4" algn="ctr" rtl="0">
              <a:lnSpc>
                <a:spcPct val="100000"/>
              </a:lnSpc>
              <a:spcBef>
                <a:spcPts val="0"/>
              </a:spcBef>
              <a:spcAft>
                <a:spcPts val="0"/>
              </a:spcAft>
              <a:buClr>
                <a:schemeClr val="dk2"/>
              </a:buClr>
              <a:buSzPts val="9600"/>
              <a:buFont typeface="Poppins"/>
              <a:buNone/>
              <a:defRPr sz="9600" b="1" i="0" u="none" strike="noStrike" cap="none">
                <a:solidFill>
                  <a:schemeClr val="dk2"/>
                </a:solidFill>
                <a:latin typeface="Poppins"/>
                <a:ea typeface="Poppins"/>
                <a:cs typeface="Poppins"/>
                <a:sym typeface="Poppins"/>
              </a:defRPr>
            </a:lvl5pPr>
            <a:lvl6pPr marR="0" lvl="5" algn="ctr" rtl="0">
              <a:lnSpc>
                <a:spcPct val="100000"/>
              </a:lnSpc>
              <a:spcBef>
                <a:spcPts val="0"/>
              </a:spcBef>
              <a:spcAft>
                <a:spcPts val="0"/>
              </a:spcAft>
              <a:buClr>
                <a:schemeClr val="dk2"/>
              </a:buClr>
              <a:buSzPts val="9600"/>
              <a:buFont typeface="Poppins"/>
              <a:buNone/>
              <a:defRPr sz="9600" b="1" i="0" u="none" strike="noStrike" cap="none">
                <a:solidFill>
                  <a:schemeClr val="dk2"/>
                </a:solidFill>
                <a:latin typeface="Poppins"/>
                <a:ea typeface="Poppins"/>
                <a:cs typeface="Poppins"/>
                <a:sym typeface="Poppins"/>
              </a:defRPr>
            </a:lvl6pPr>
            <a:lvl7pPr marR="0" lvl="6" algn="ctr" rtl="0">
              <a:lnSpc>
                <a:spcPct val="100000"/>
              </a:lnSpc>
              <a:spcBef>
                <a:spcPts val="0"/>
              </a:spcBef>
              <a:spcAft>
                <a:spcPts val="0"/>
              </a:spcAft>
              <a:buClr>
                <a:schemeClr val="dk2"/>
              </a:buClr>
              <a:buSzPts val="9600"/>
              <a:buFont typeface="Poppins"/>
              <a:buNone/>
              <a:defRPr sz="9600" b="1" i="0" u="none" strike="noStrike" cap="none">
                <a:solidFill>
                  <a:schemeClr val="dk2"/>
                </a:solidFill>
                <a:latin typeface="Poppins"/>
                <a:ea typeface="Poppins"/>
                <a:cs typeface="Poppins"/>
                <a:sym typeface="Poppins"/>
              </a:defRPr>
            </a:lvl7pPr>
            <a:lvl8pPr marR="0" lvl="7" algn="ctr" rtl="0">
              <a:lnSpc>
                <a:spcPct val="100000"/>
              </a:lnSpc>
              <a:spcBef>
                <a:spcPts val="0"/>
              </a:spcBef>
              <a:spcAft>
                <a:spcPts val="0"/>
              </a:spcAft>
              <a:buClr>
                <a:schemeClr val="dk2"/>
              </a:buClr>
              <a:buSzPts val="9600"/>
              <a:buFont typeface="Poppins"/>
              <a:buNone/>
              <a:defRPr sz="9600" b="1" i="0" u="none" strike="noStrike" cap="none">
                <a:solidFill>
                  <a:schemeClr val="dk2"/>
                </a:solidFill>
                <a:latin typeface="Poppins"/>
                <a:ea typeface="Poppins"/>
                <a:cs typeface="Poppins"/>
                <a:sym typeface="Poppins"/>
              </a:defRPr>
            </a:lvl8pPr>
            <a:lvl9pPr marR="0" lvl="8" algn="ctr" rtl="0">
              <a:lnSpc>
                <a:spcPct val="100000"/>
              </a:lnSpc>
              <a:spcBef>
                <a:spcPts val="0"/>
              </a:spcBef>
              <a:spcAft>
                <a:spcPts val="0"/>
              </a:spcAft>
              <a:buClr>
                <a:schemeClr val="dk2"/>
              </a:buClr>
              <a:buSzPts val="9600"/>
              <a:buFont typeface="Poppins"/>
              <a:buNone/>
              <a:defRPr sz="9600" b="1" i="0" u="none" strike="noStrike" cap="none">
                <a:solidFill>
                  <a:schemeClr val="dk2"/>
                </a:solidFill>
                <a:latin typeface="Poppins"/>
                <a:ea typeface="Poppins"/>
                <a:cs typeface="Poppins"/>
                <a:sym typeface="Poppins"/>
              </a:defRPr>
            </a:lvl9pPr>
          </a:lstStyle>
          <a:p>
            <a:r>
              <a:rPr lang="en-US" sz="3000" dirty="0"/>
              <a:t>REFERENCES</a:t>
            </a:r>
          </a:p>
        </p:txBody>
      </p:sp>
      <p:sp>
        <p:nvSpPr>
          <p:cNvPr id="59" name="Rectangle 58">
            <a:extLst>
              <a:ext uri="{FF2B5EF4-FFF2-40B4-BE49-F238E27FC236}">
                <a16:creationId xmlns:a16="http://schemas.microsoft.com/office/drawing/2014/main" id="{DDF05C6B-3295-4C7E-B5F1-0FD78B934CA8}"/>
              </a:ext>
            </a:extLst>
          </p:cNvPr>
          <p:cNvSpPr>
            <a:spLocks noChangeArrowheads="1"/>
          </p:cNvSpPr>
          <p:nvPr/>
        </p:nvSpPr>
        <p:spPr bwMode="auto">
          <a:xfrm>
            <a:off x="1105824" y="1262912"/>
            <a:ext cx="5015045" cy="2975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Python Official Documentation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Speech Recognition Library </a:t>
            </a:r>
          </a:p>
          <a:p>
            <a:pPr marL="0" marR="0" lvl="0" indent="0" algn="l" defTabSz="914400" rtl="0" eaLnBrk="0" fontAlgn="base" latinLnBrk="0" hangingPunct="0">
              <a:lnSpc>
                <a:spcPct val="200000"/>
              </a:lnSpc>
              <a:spcBef>
                <a:spcPct val="0"/>
              </a:spcBef>
              <a:spcAft>
                <a:spcPct val="0"/>
              </a:spcAft>
              <a:buClrTx/>
              <a:buSzTx/>
              <a:tabLst/>
            </a:pPr>
            <a:r>
              <a:rPr lang="en-US" altLang="en-US" sz="1600" dirty="0">
                <a:solidFill>
                  <a:schemeClr val="tx1"/>
                </a:solidFill>
                <a:latin typeface="IBM Plex Mono" panose="020B0604020202020204" charset="0"/>
              </a:rPr>
              <a:t>  </a:t>
            </a:r>
            <a:r>
              <a:rPr kumimoji="0" lang="en-US" altLang="en-US" sz="1600" b="0" i="0" u="none" strike="noStrike" cap="none" normalizeH="0" baseline="0" dirty="0">
                <a:ln>
                  <a:noFill/>
                </a:ln>
                <a:solidFill>
                  <a:schemeClr val="tx1"/>
                </a:solidFill>
                <a:effectLst/>
                <a:latin typeface="IBM Plex Mono" panose="020B0604020202020204" charset="0"/>
              </a:rPr>
              <a:t>Documentation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pyttsx3 Documentation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Wikipedia API Documentation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Online tutorials and research articles</a:t>
            </a:r>
          </a:p>
        </p:txBody>
      </p:sp>
      <p:pic>
        <p:nvPicPr>
          <p:cNvPr id="9218" name="Picture 2">
            <a:extLst>
              <a:ext uri="{FF2B5EF4-FFF2-40B4-BE49-F238E27FC236}">
                <a16:creationId xmlns:a16="http://schemas.microsoft.com/office/drawing/2014/main" id="{481AF279-6C99-4252-8461-47A08FE2590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869" t="21015" r="9832" b="17376"/>
          <a:stretch/>
        </p:blipFill>
        <p:spPr bwMode="auto">
          <a:xfrm>
            <a:off x="5180987" y="1830286"/>
            <a:ext cx="2439531" cy="18953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2"/>
        <p:cNvGrpSpPr/>
        <p:nvPr/>
      </p:nvGrpSpPr>
      <p:grpSpPr>
        <a:xfrm>
          <a:off x="0" y="0"/>
          <a:ext cx="0" cy="0"/>
          <a:chOff x="0" y="0"/>
          <a:chExt cx="0" cy="0"/>
        </a:xfrm>
      </p:grpSpPr>
      <p:sp>
        <p:nvSpPr>
          <p:cNvPr id="1483" name="Google Shape;1483;p38"/>
          <p:cNvSpPr txBox="1">
            <a:spLocks noGrp="1"/>
          </p:cNvSpPr>
          <p:nvPr>
            <p:ph type="title" idx="2"/>
          </p:nvPr>
        </p:nvSpPr>
        <p:spPr>
          <a:xfrm>
            <a:off x="720000" y="1025725"/>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 </a:t>
            </a:r>
            <a:endParaRPr dirty="0"/>
          </a:p>
        </p:txBody>
      </p:sp>
      <p:grpSp>
        <p:nvGrpSpPr>
          <p:cNvPr id="1485" name="Google Shape;1485;p38"/>
          <p:cNvGrpSpPr/>
          <p:nvPr/>
        </p:nvGrpSpPr>
        <p:grpSpPr>
          <a:xfrm>
            <a:off x="-374387" y="3354325"/>
            <a:ext cx="3922590" cy="2969900"/>
            <a:chOff x="-374387" y="3354325"/>
            <a:chExt cx="3922590" cy="2969900"/>
          </a:xfrm>
        </p:grpSpPr>
        <p:pic>
          <p:nvPicPr>
            <p:cNvPr id="1486" name="Google Shape;1486;p38"/>
            <p:cNvPicPr preferRelativeResize="0"/>
            <p:nvPr/>
          </p:nvPicPr>
          <p:blipFill rotWithShape="1">
            <a:blip r:embed="rId3">
              <a:alphaModFix/>
            </a:blip>
            <a:srcRect l="16960" t="24718" r="7121" b="26177"/>
            <a:stretch/>
          </p:blipFill>
          <p:spPr>
            <a:xfrm>
              <a:off x="-374387" y="3354325"/>
              <a:ext cx="3891276" cy="2969900"/>
            </a:xfrm>
            <a:prstGeom prst="rect">
              <a:avLst/>
            </a:prstGeom>
            <a:noFill/>
            <a:ln>
              <a:noFill/>
            </a:ln>
          </p:spPr>
        </p:pic>
        <p:grpSp>
          <p:nvGrpSpPr>
            <p:cNvPr id="1487" name="Google Shape;1487;p38"/>
            <p:cNvGrpSpPr/>
            <p:nvPr/>
          </p:nvGrpSpPr>
          <p:grpSpPr>
            <a:xfrm>
              <a:off x="1853583" y="4445557"/>
              <a:ext cx="1694620" cy="1360169"/>
              <a:chOff x="7945225" y="4302000"/>
              <a:chExt cx="904666" cy="726121"/>
            </a:xfrm>
          </p:grpSpPr>
          <p:sp>
            <p:nvSpPr>
              <p:cNvPr id="1488" name="Google Shape;1488;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91" name="Google Shape;1491;p38"/>
          <p:cNvSpPr txBox="1">
            <a:spLocks noGrp="1"/>
          </p:cNvSpPr>
          <p:nvPr>
            <p:ph type="title"/>
          </p:nvPr>
        </p:nvSpPr>
        <p:spPr>
          <a:xfrm>
            <a:off x="2290607" y="2013561"/>
            <a:ext cx="4463502" cy="841800"/>
          </a:xfrm>
          <a:prstGeom prst="rect">
            <a:avLst/>
          </a:prstGeom>
        </p:spPr>
        <p:txBody>
          <a:bodyPr spcFirstLastPara="1" wrap="square" lIns="91425" tIns="91425" rIns="91425" bIns="91425" anchor="ctr" anchorCtr="0">
            <a:noAutofit/>
          </a:bodyPr>
          <a:lstStyle/>
          <a:p>
            <a:pPr lvl="0"/>
            <a:r>
              <a:rPr lang="en-US" sz="6000" dirty="0"/>
              <a:t>THANK YOU </a:t>
            </a:r>
            <a:endParaRPr sz="6000" dirty="0"/>
          </a:p>
        </p:txBody>
      </p:sp>
      <p:grpSp>
        <p:nvGrpSpPr>
          <p:cNvPr id="1492" name="Google Shape;1492;p38"/>
          <p:cNvGrpSpPr/>
          <p:nvPr/>
        </p:nvGrpSpPr>
        <p:grpSpPr>
          <a:xfrm>
            <a:off x="6487513" y="-1301175"/>
            <a:ext cx="4268216" cy="6666030"/>
            <a:chOff x="6128138" y="-1301175"/>
            <a:chExt cx="4268216" cy="6666030"/>
          </a:xfrm>
        </p:grpSpPr>
        <p:sp>
          <p:nvSpPr>
            <p:cNvPr id="1493" name="Google Shape;1493;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8" name="Google Shape;1498;p38"/>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499" name="Google Shape;1499;p38"/>
            <p:cNvGrpSpPr/>
            <p:nvPr/>
          </p:nvGrpSpPr>
          <p:grpSpPr>
            <a:xfrm rot="5400000">
              <a:off x="7873341" y="4254316"/>
              <a:ext cx="708100" cy="708500"/>
              <a:chOff x="3678700" y="407275"/>
              <a:chExt cx="708100" cy="708500"/>
            </a:xfrm>
          </p:grpSpPr>
          <p:sp>
            <p:nvSpPr>
              <p:cNvPr id="1500" name="Google Shape;1500;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38"/>
            <p:cNvGrpSpPr/>
            <p:nvPr/>
          </p:nvGrpSpPr>
          <p:grpSpPr>
            <a:xfrm rot="5400000">
              <a:off x="8639847" y="3354200"/>
              <a:ext cx="457787" cy="458045"/>
              <a:chOff x="3678700" y="407275"/>
              <a:chExt cx="708100" cy="708500"/>
            </a:xfrm>
          </p:grpSpPr>
          <p:sp>
            <p:nvSpPr>
              <p:cNvPr id="1508" name="Google Shape;1508;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5" name="Google Shape;1515;p38"/>
            <p:cNvGrpSpPr/>
            <p:nvPr/>
          </p:nvGrpSpPr>
          <p:grpSpPr>
            <a:xfrm>
              <a:off x="7787267" y="539497"/>
              <a:ext cx="208184" cy="208184"/>
              <a:chOff x="8356813" y="1074288"/>
              <a:chExt cx="351900" cy="351900"/>
            </a:xfrm>
          </p:grpSpPr>
          <p:sp>
            <p:nvSpPr>
              <p:cNvPr id="1516" name="Google Shape;1516;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8" name="Google Shape;1518;p38"/>
            <p:cNvGrpSpPr/>
            <p:nvPr/>
          </p:nvGrpSpPr>
          <p:grpSpPr>
            <a:xfrm>
              <a:off x="7194842" y="2467660"/>
              <a:ext cx="208184" cy="208184"/>
              <a:chOff x="8356813" y="1074288"/>
              <a:chExt cx="351900" cy="351900"/>
            </a:xfrm>
          </p:grpSpPr>
          <p:sp>
            <p:nvSpPr>
              <p:cNvPr id="1519" name="Google Shape;1519;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1" name="Google Shape;1521;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Subtitle 2">
            <a:extLst>
              <a:ext uri="{FF2B5EF4-FFF2-40B4-BE49-F238E27FC236}">
                <a16:creationId xmlns:a16="http://schemas.microsoft.com/office/drawing/2014/main" id="{16F0C0E5-6AF6-4FF4-AAA0-91A7A6FCA257}"/>
              </a:ext>
            </a:extLst>
          </p:cNvPr>
          <p:cNvSpPr>
            <a:spLocks noGrp="1"/>
          </p:cNvSpPr>
          <p:nvPr>
            <p:ph type="subTitle" idx="1"/>
          </p:nvPr>
        </p:nvSpPr>
        <p:spPr/>
        <p:txBody>
          <a:bodyPr/>
          <a:lstStyle/>
          <a:p>
            <a:r>
              <a:rPr lang="en-US" dirty="0"/>
              <a:t> </a:t>
            </a:r>
          </a:p>
        </p:txBody>
      </p:sp>
    </p:spTree>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4462</TotalTime>
  <Words>488</Words>
  <Application>Microsoft Office PowerPoint</Application>
  <PresentationFormat>On-screen Show (16:9)</PresentationFormat>
  <Paragraphs>102</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Poppins</vt:lpstr>
      <vt:lpstr>Arial</vt:lpstr>
      <vt:lpstr>Open Sans</vt:lpstr>
      <vt:lpstr>Source Code Pro</vt:lpstr>
      <vt:lpstr>Roboto Condensed Light</vt:lpstr>
      <vt:lpstr>IBM Plex Mono</vt:lpstr>
      <vt:lpstr>Introduction to Coding Workshop by Slidesgo</vt:lpstr>
      <vt:lpstr>VOICE CONTROLLER DESKTOP ASSISTANCE</vt:lpstr>
      <vt:lpstr>ABSTRACT</vt:lpstr>
      <vt:lpstr>INTRODUCTION</vt:lpstr>
      <vt:lpstr>OBJECTIVE</vt:lpstr>
      <vt:lpstr>EXISTING SYSTEM</vt:lpstr>
      <vt:lpstr>PROPOSED SYSTEM</vt:lpstr>
      <vt:lpstr>LITERATURE REVIEW</vt:lpstr>
      <vt:lpstr>SOFTWARE AND HARDWARE REQUIREMENTS</vt:lpstr>
      <vt:lpstr>ARCHITECTURE</vt:lpstr>
      <vt:lpstr>ARCHITECTURE</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 CONTROLLER DESKTOP ASSISTANCE Coding Workshop</dc:title>
  <dc:creator>deepasri vadla</dc:creator>
  <cp:lastModifiedBy>welcome</cp:lastModifiedBy>
  <cp:revision>25</cp:revision>
  <dcterms:modified xsi:type="dcterms:W3CDTF">2026-08-04T09:04:35Z</dcterms:modified>
</cp:coreProperties>
</file>