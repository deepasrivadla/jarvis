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1"/>
  </p:notesMasterIdLst>
  <p:sldIdLst>
    <p:sldId id="256" r:id="rId2"/>
    <p:sldId id="257" r:id="rId3"/>
    <p:sldId id="258" r:id="rId4"/>
    <p:sldId id="260" r:id="rId5"/>
    <p:sldId id="262" r:id="rId6"/>
    <p:sldId id="263" r:id="rId7"/>
    <p:sldId id="264" r:id="rId8"/>
    <p:sldId id="288" r:id="rId9"/>
    <p:sldId id="289" r:id="rId10"/>
    <p:sldId id="267" r:id="rId11"/>
    <p:sldId id="294" r:id="rId12"/>
    <p:sldId id="290" r:id="rId13"/>
    <p:sldId id="291" r:id="rId14"/>
    <p:sldId id="292" r:id="rId15"/>
    <p:sldId id="295" r:id="rId16"/>
    <p:sldId id="296" r:id="rId17"/>
    <p:sldId id="297" r:id="rId18"/>
    <p:sldId id="268" r:id="rId19"/>
    <p:sldId id="259" r:id="rId20"/>
  </p:sldIdLst>
  <p:sldSz cx="9144000" cy="5143500" type="screen16x9"/>
  <p:notesSz cx="6858000" cy="9144000"/>
  <p:embeddedFontLst>
    <p:embeddedFont>
      <p:font typeface="IBM Plex Mono" panose="020B0604020202020204" charset="0"/>
      <p:regular r:id="rId22"/>
      <p:bold r:id="rId23"/>
      <p:italic r:id="rId24"/>
      <p:boldItalic r:id="rId25"/>
    </p:embeddedFont>
    <p:embeddedFont>
      <p:font typeface="Poppins" panose="020B0604020202020204" charset="0"/>
      <p:regular r:id="rId26"/>
      <p:bold r:id="rId27"/>
      <p:italic r:id="rId28"/>
      <p:boldItalic r:id="rId29"/>
    </p:embeddedFont>
    <p:embeddedFont>
      <p:font typeface="Source Code Pro" panose="020B060402020202020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63D0A7B-9537-4148-99B5-E1F1B9B250F7}">
  <a:tblStyle styleId="{463D0A7B-9537-4148-99B5-E1F1B9B250F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p:cViewPr varScale="1">
        <p:scale>
          <a:sx n="85" d="100"/>
          <a:sy n="85" d="100"/>
        </p:scale>
        <p:origin x="6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24ed99bf1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5" name="Google Shape;1455;g24ed99bf1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p:cNvGrpSpPr/>
        <p:nvPr/>
      </p:nvGrpSpPr>
      <p:grpSpPr>
        <a:xfrm>
          <a:off x="0" y="0"/>
          <a:ext cx="0" cy="0"/>
          <a:chOff x="0" y="0"/>
          <a:chExt cx="0" cy="0"/>
        </a:xfrm>
      </p:grpSpPr>
      <p:sp>
        <p:nvSpPr>
          <p:cNvPr id="1631" name="Google Shape;1631;g24ed99bf1a4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2"/>
        <p:cNvGrpSpPr/>
        <p:nvPr/>
      </p:nvGrpSpPr>
      <p:grpSpPr>
        <a:xfrm>
          <a:off x="0" y="0"/>
          <a:ext cx="0" cy="0"/>
          <a:chOff x="0" y="0"/>
          <a:chExt cx="0" cy="0"/>
        </a:xfrm>
      </p:grpSpPr>
      <p:sp>
        <p:nvSpPr>
          <p:cNvPr id="1663" name="Google Shape;1663;g24e6b4d5c31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4" name="Google Shape;1664;g24e6b4d5c31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p:cNvGrpSpPr/>
        <p:nvPr/>
      </p:nvGrpSpPr>
      <p:grpSpPr>
        <a:xfrm>
          <a:off x="0" y="0"/>
          <a:ext cx="0" cy="0"/>
          <a:chOff x="0" y="0"/>
          <a:chExt cx="0" cy="0"/>
        </a:xfrm>
      </p:grpSpPr>
      <p:sp>
        <p:nvSpPr>
          <p:cNvPr id="1729" name="Google Shape;1729;g24ed99bf1a4_0_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24ed99bf1a4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5"/>
        <p:cNvGrpSpPr/>
        <p:nvPr/>
      </p:nvGrpSpPr>
      <p:grpSpPr>
        <a:xfrm>
          <a:off x="0" y="0"/>
          <a:ext cx="0" cy="0"/>
          <a:chOff x="0" y="0"/>
          <a:chExt cx="0" cy="0"/>
        </a:xfrm>
      </p:grpSpPr>
      <p:sp>
        <p:nvSpPr>
          <p:cNvPr id="3156" name="Google Shape;3156;g20a542a8cd5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7" name="Google Shape;3157;g20a542a8cd5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p:cNvGrpSpPr/>
        <p:nvPr/>
      </p:nvGrpSpPr>
      <p:grpSpPr>
        <a:xfrm>
          <a:off x="0" y="0"/>
          <a:ext cx="0" cy="0"/>
          <a:chOff x="0" y="0"/>
          <a:chExt cx="0" cy="0"/>
        </a:xfrm>
      </p:grpSpPr>
      <p:sp>
        <p:nvSpPr>
          <p:cNvPr id="1838" name="Google Shape;1838;g24ed99bf1a4_0_9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24ed99bf1a4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3668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p:cNvGrpSpPr/>
        <p:nvPr/>
      </p:nvGrpSpPr>
      <p:grpSpPr>
        <a:xfrm>
          <a:off x="0" y="0"/>
          <a:ext cx="0" cy="0"/>
          <a:chOff x="0" y="0"/>
          <a:chExt cx="0" cy="0"/>
        </a:xfrm>
      </p:grpSpPr>
      <p:sp>
        <p:nvSpPr>
          <p:cNvPr id="1838" name="Google Shape;1838;g24ed99bf1a4_0_9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24ed99bf1a4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2"/>
        <p:cNvGrpSpPr/>
        <p:nvPr/>
      </p:nvGrpSpPr>
      <p:grpSpPr>
        <a:xfrm>
          <a:off x="0" y="0"/>
          <a:ext cx="0" cy="0"/>
          <a:chOff x="0" y="0"/>
          <a:chExt cx="0" cy="0"/>
        </a:xfrm>
      </p:grpSpPr>
      <p:sp>
        <p:nvSpPr>
          <p:cNvPr id="1853" name="Google Shape;1853;g24ed99bf1a4_0_1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4" name="Google Shape;1854;g24ed99bf1a4_0_1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9"/>
        <p:cNvGrpSpPr/>
        <p:nvPr/>
      </p:nvGrpSpPr>
      <p:grpSpPr>
        <a:xfrm>
          <a:off x="0" y="0"/>
          <a:ext cx="0" cy="0"/>
          <a:chOff x="0" y="0"/>
          <a:chExt cx="0" cy="0"/>
        </a:xfrm>
      </p:grpSpPr>
      <p:sp>
        <p:nvSpPr>
          <p:cNvPr id="1480" name="Google Shape;1480;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1" name="Google Shape;1481;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Poppins"/>
                <a:ea typeface="Poppins"/>
                <a:cs typeface="Poppins"/>
                <a:sym typeface="Poppins"/>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0"/>
        <p:cNvGrpSpPr/>
        <p:nvPr/>
      </p:nvGrpSpPr>
      <p:grpSpPr>
        <a:xfrm>
          <a:off x="0" y="0"/>
          <a:ext cx="0" cy="0"/>
          <a:chOff x="0" y="0"/>
          <a:chExt cx="0" cy="0"/>
        </a:xfrm>
      </p:grpSpPr>
      <p:sp>
        <p:nvSpPr>
          <p:cNvPr id="141" name="Google Shape;14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2" name="Google Shape;142;p4"/>
          <p:cNvSpPr txBox="1">
            <a:spLocks noGrp="1"/>
          </p:cNvSpPr>
          <p:nvPr>
            <p:ph type="body" idx="1"/>
          </p:nvPr>
        </p:nvSpPr>
        <p:spPr>
          <a:xfrm>
            <a:off x="720000" y="1139551"/>
            <a:ext cx="7704000" cy="411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AutoNum type="arabicPeriod"/>
              <a:defRPr>
                <a:solidFill>
                  <a:srgbClr val="191919"/>
                </a:solidFill>
              </a:defRPr>
            </a:lvl1pPr>
            <a:lvl2pPr marL="914400" lvl="1"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a:endParaRPr/>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6" name="Google Shape;176;p5"/>
          <p:cNvSpPr txBox="1">
            <a:spLocks noGrp="1"/>
          </p:cNvSpPr>
          <p:nvPr>
            <p:ph type="subTitle" idx="1"/>
          </p:nvPr>
        </p:nvSpPr>
        <p:spPr>
          <a:xfrm>
            <a:off x="4999903"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7" name="Google Shape;177;p5"/>
          <p:cNvSpPr txBox="1">
            <a:spLocks noGrp="1"/>
          </p:cNvSpPr>
          <p:nvPr>
            <p:ph type="subTitle" idx="2"/>
          </p:nvPr>
        </p:nvSpPr>
        <p:spPr>
          <a:xfrm>
            <a:off x="1803800"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8" name="Google Shape;178;p5"/>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79" name="Google Shape;179;p5"/>
          <p:cNvSpPr txBox="1">
            <a:spLocks noGrp="1"/>
          </p:cNvSpPr>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l="16960" t="24718" r="7121" b="26177"/>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5" name="Google Shape;205;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0" name="Google Shape;22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0" name="Google Shape;23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5"/>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1" name="Google Shape;241;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2" name="Google Shape;242;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9" name="Google Shape;249;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50" name="Google Shape;250;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5"/>
        <p:cNvGrpSpPr/>
        <p:nvPr/>
      </p:nvGrpSpPr>
      <p:grpSpPr>
        <a:xfrm>
          <a:off x="0" y="0"/>
          <a:ext cx="0" cy="0"/>
          <a:chOff x="0" y="0"/>
          <a:chExt cx="0" cy="0"/>
        </a:xfrm>
      </p:grpSpPr>
      <p:sp>
        <p:nvSpPr>
          <p:cNvPr id="376" name="Google Shape;376;p9"/>
          <p:cNvSpPr txBox="1">
            <a:spLocks noGrp="1"/>
          </p:cNvSpPr>
          <p:nvPr>
            <p:ph type="title"/>
          </p:nvPr>
        </p:nvSpPr>
        <p:spPr>
          <a:xfrm>
            <a:off x="720000" y="479750"/>
            <a:ext cx="3145200" cy="1843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7" name="Google Shape;377;p9"/>
          <p:cNvSpPr txBox="1">
            <a:spLocks noGrp="1"/>
          </p:cNvSpPr>
          <p:nvPr>
            <p:ph type="subTitle" idx="1"/>
          </p:nvPr>
        </p:nvSpPr>
        <p:spPr>
          <a:xfrm>
            <a:off x="720000" y="2359400"/>
            <a:ext cx="3145200" cy="2249400"/>
          </a:xfrm>
          <a:prstGeom prst="rect">
            <a:avLst/>
          </a:prstGeom>
        </p:spPr>
        <p:txBody>
          <a:bodyPr spcFirstLastPara="1" wrap="square" lIns="91425" tIns="91425" rIns="91425" bIns="91425" anchor="t" anchorCtr="0">
            <a:noAutofit/>
          </a:bodyPr>
          <a:lstStyle>
            <a:lvl1pPr lvl="0" rtl="0">
              <a:spcBef>
                <a:spcPts val="0"/>
              </a:spcBef>
              <a:spcAft>
                <a:spcPts val="0"/>
              </a:spcAft>
              <a:buSzPts val="800"/>
              <a:buFont typeface="Open Sans"/>
              <a:buChar char="●"/>
              <a:defRPr/>
            </a:lvl1pPr>
            <a:lvl2pPr lvl="1" algn="ctr" rtl="0">
              <a:lnSpc>
                <a:spcPct val="100000"/>
              </a:lnSpc>
              <a:spcBef>
                <a:spcPts val="0"/>
              </a:spcBef>
              <a:spcAft>
                <a:spcPts val="0"/>
              </a:spcAft>
              <a:buSzPts val="800"/>
              <a:buFont typeface="Open Sans"/>
              <a:buChar char="○"/>
              <a:defRPr/>
            </a:lvl2pPr>
            <a:lvl3pPr lvl="2" algn="ctr" rtl="0">
              <a:lnSpc>
                <a:spcPct val="100000"/>
              </a:lnSpc>
              <a:spcBef>
                <a:spcPts val="0"/>
              </a:spcBef>
              <a:spcAft>
                <a:spcPts val="0"/>
              </a:spcAft>
              <a:buSzPts val="800"/>
              <a:buFont typeface="Open Sans"/>
              <a:buChar char="■"/>
              <a:defRPr/>
            </a:lvl3pPr>
            <a:lvl4pPr lvl="3" algn="ctr" rtl="0">
              <a:lnSpc>
                <a:spcPct val="100000"/>
              </a:lnSpc>
              <a:spcBef>
                <a:spcPts val="0"/>
              </a:spcBef>
              <a:spcAft>
                <a:spcPts val="0"/>
              </a:spcAft>
              <a:buSzPts val="800"/>
              <a:buFont typeface="Open Sans"/>
              <a:buChar char="●"/>
              <a:defRPr/>
            </a:lvl4pPr>
            <a:lvl5pPr lvl="4" algn="ctr" rtl="0">
              <a:lnSpc>
                <a:spcPct val="100000"/>
              </a:lnSpc>
              <a:spcBef>
                <a:spcPts val="0"/>
              </a:spcBef>
              <a:spcAft>
                <a:spcPts val="0"/>
              </a:spcAft>
              <a:buSzPts val="1200"/>
              <a:buFont typeface="Open Sans"/>
              <a:buChar char="○"/>
              <a:defRPr/>
            </a:lvl5pPr>
            <a:lvl6pPr lvl="5" algn="ctr" rtl="0">
              <a:lnSpc>
                <a:spcPct val="100000"/>
              </a:lnSpc>
              <a:spcBef>
                <a:spcPts val="0"/>
              </a:spcBef>
              <a:spcAft>
                <a:spcPts val="0"/>
              </a:spcAft>
              <a:buSzPts val="1200"/>
              <a:buFont typeface="Open Sans"/>
              <a:buChar char="■"/>
              <a:defRPr/>
            </a:lvl6pPr>
            <a:lvl7pPr lvl="6" algn="ctr" rtl="0">
              <a:lnSpc>
                <a:spcPct val="100000"/>
              </a:lnSpc>
              <a:spcBef>
                <a:spcPts val="0"/>
              </a:spcBef>
              <a:spcAft>
                <a:spcPts val="0"/>
              </a:spcAft>
              <a:buSzPts val="700"/>
              <a:buFont typeface="Open Sans"/>
              <a:buChar char="●"/>
              <a:defRPr/>
            </a:lvl7pPr>
            <a:lvl8pPr lvl="7" algn="ctr" rtl="0">
              <a:lnSpc>
                <a:spcPct val="100000"/>
              </a:lnSpc>
              <a:spcBef>
                <a:spcPts val="0"/>
              </a:spcBef>
              <a:spcAft>
                <a:spcPts val="0"/>
              </a:spcAft>
              <a:buSzPts val="700"/>
              <a:buFont typeface="Open Sans"/>
              <a:buChar char="○"/>
              <a:defRPr/>
            </a:lvl8pPr>
            <a:lvl9pPr lvl="8" algn="ctr" rtl="0">
              <a:lnSpc>
                <a:spcPct val="100000"/>
              </a:lnSpc>
              <a:spcBef>
                <a:spcPts val="0"/>
              </a:spcBef>
              <a:spcAft>
                <a:spcPts val="0"/>
              </a:spcAft>
              <a:buSzPts val="600"/>
              <a:buFont typeface="Open Sans"/>
              <a:buChar char="■"/>
              <a:defRPr/>
            </a:lvl9pPr>
          </a:lstStyle>
          <a:p>
            <a:endParaRPr/>
          </a:p>
        </p:txBody>
      </p:sp>
      <p:sp>
        <p:nvSpPr>
          <p:cNvPr id="378" name="Google Shape;378;p9"/>
          <p:cNvSpPr>
            <a:spLocks noGrp="1"/>
          </p:cNvSpPr>
          <p:nvPr>
            <p:ph type="pic" idx="2"/>
          </p:nvPr>
        </p:nvSpPr>
        <p:spPr>
          <a:xfrm>
            <a:off x="4135800" y="539500"/>
            <a:ext cx="4295100" cy="4069200"/>
          </a:xfrm>
          <a:prstGeom prst="snip1Rect">
            <a:avLst>
              <a:gd name="adj" fmla="val 16667"/>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alphaModFix/>
            </a:blip>
            <a:srcRect l="16960" t="24718" r="7121" b="26177"/>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8" name="Google Shape;398;p9"/>
            <p:cNvSpPr/>
            <p:nvPr/>
          </p:nvSpPr>
          <p:spPr>
            <a:xfrm rot="5400000">
              <a:off x="501466" y="-1277128"/>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9" name="Google Shape;409;p9"/>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9"/>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2" name="Google Shape;422;p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423" name="Google Shape;423;p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7"/>
        <p:cNvGrpSpPr/>
        <p:nvPr/>
      </p:nvGrpSpPr>
      <p:grpSpPr>
        <a:xfrm>
          <a:off x="0" y="0"/>
          <a:ext cx="0" cy="0"/>
          <a:chOff x="0" y="0"/>
          <a:chExt cx="0" cy="0"/>
        </a:xfrm>
      </p:grpSpPr>
      <p:sp>
        <p:nvSpPr>
          <p:cNvPr id="428" name="Google Shape;428;p11"/>
          <p:cNvSpPr txBox="1">
            <a:spLocks noGrp="1"/>
          </p:cNvSpPr>
          <p:nvPr>
            <p:ph type="title" hasCustomPrompt="1"/>
          </p:nvPr>
        </p:nvSpPr>
        <p:spPr>
          <a:xfrm>
            <a:off x="713225" y="1766475"/>
            <a:ext cx="6576000" cy="1036200"/>
          </a:xfrm>
          <a:prstGeom prst="rect">
            <a:avLst/>
          </a:prstGeom>
        </p:spPr>
        <p:txBody>
          <a:bodyPr spcFirstLastPara="1" wrap="square" lIns="91425" tIns="91425" rIns="91425" bIns="91425" anchor="b" anchorCtr="0">
            <a:noAutofit/>
          </a:bodyPr>
          <a:lstStyle>
            <a:lvl1pPr lvl="0">
              <a:spcBef>
                <a:spcPts val="0"/>
              </a:spcBef>
              <a:spcAft>
                <a:spcPts val="0"/>
              </a:spcAft>
              <a:buSzPts val="9600"/>
              <a:buFont typeface="Poppins"/>
              <a:buNone/>
              <a:defRPr sz="6000">
                <a:latin typeface="Poppins"/>
                <a:ea typeface="Poppins"/>
                <a:cs typeface="Poppins"/>
                <a:sym typeface="Poppins"/>
              </a:defRPr>
            </a:lvl1pPr>
            <a:lvl2pPr lvl="1" algn="ctr">
              <a:spcBef>
                <a:spcPts val="0"/>
              </a:spcBef>
              <a:spcAft>
                <a:spcPts val="0"/>
              </a:spcAft>
              <a:buSzPts val="9600"/>
              <a:buFont typeface="Poppins"/>
              <a:buNone/>
              <a:defRPr sz="9600">
                <a:latin typeface="Poppins"/>
                <a:ea typeface="Poppins"/>
                <a:cs typeface="Poppins"/>
                <a:sym typeface="Poppins"/>
              </a:defRPr>
            </a:lvl2pPr>
            <a:lvl3pPr lvl="2" algn="ctr">
              <a:spcBef>
                <a:spcPts val="0"/>
              </a:spcBef>
              <a:spcAft>
                <a:spcPts val="0"/>
              </a:spcAft>
              <a:buSzPts val="9600"/>
              <a:buFont typeface="Poppins"/>
              <a:buNone/>
              <a:defRPr sz="9600">
                <a:latin typeface="Poppins"/>
                <a:ea typeface="Poppins"/>
                <a:cs typeface="Poppins"/>
                <a:sym typeface="Poppins"/>
              </a:defRPr>
            </a:lvl3pPr>
            <a:lvl4pPr lvl="3" algn="ctr">
              <a:spcBef>
                <a:spcPts val="0"/>
              </a:spcBef>
              <a:spcAft>
                <a:spcPts val="0"/>
              </a:spcAft>
              <a:buSzPts val="9600"/>
              <a:buFont typeface="Poppins"/>
              <a:buNone/>
              <a:defRPr sz="9600">
                <a:latin typeface="Poppins"/>
                <a:ea typeface="Poppins"/>
                <a:cs typeface="Poppins"/>
                <a:sym typeface="Poppins"/>
              </a:defRPr>
            </a:lvl4pPr>
            <a:lvl5pPr lvl="4" algn="ctr">
              <a:spcBef>
                <a:spcPts val="0"/>
              </a:spcBef>
              <a:spcAft>
                <a:spcPts val="0"/>
              </a:spcAft>
              <a:buSzPts val="9600"/>
              <a:buFont typeface="Poppins"/>
              <a:buNone/>
              <a:defRPr sz="9600">
                <a:latin typeface="Poppins"/>
                <a:ea typeface="Poppins"/>
                <a:cs typeface="Poppins"/>
                <a:sym typeface="Poppins"/>
              </a:defRPr>
            </a:lvl5pPr>
            <a:lvl6pPr lvl="5" algn="ctr">
              <a:spcBef>
                <a:spcPts val="0"/>
              </a:spcBef>
              <a:spcAft>
                <a:spcPts val="0"/>
              </a:spcAft>
              <a:buSzPts val="9600"/>
              <a:buFont typeface="Poppins"/>
              <a:buNone/>
              <a:defRPr sz="9600">
                <a:latin typeface="Poppins"/>
                <a:ea typeface="Poppins"/>
                <a:cs typeface="Poppins"/>
                <a:sym typeface="Poppins"/>
              </a:defRPr>
            </a:lvl6pPr>
            <a:lvl7pPr lvl="6" algn="ctr">
              <a:spcBef>
                <a:spcPts val="0"/>
              </a:spcBef>
              <a:spcAft>
                <a:spcPts val="0"/>
              </a:spcAft>
              <a:buSzPts val="9600"/>
              <a:buFont typeface="Poppins"/>
              <a:buNone/>
              <a:defRPr sz="9600">
                <a:latin typeface="Poppins"/>
                <a:ea typeface="Poppins"/>
                <a:cs typeface="Poppins"/>
                <a:sym typeface="Poppins"/>
              </a:defRPr>
            </a:lvl7pPr>
            <a:lvl8pPr lvl="7" algn="ctr">
              <a:spcBef>
                <a:spcPts val="0"/>
              </a:spcBef>
              <a:spcAft>
                <a:spcPts val="0"/>
              </a:spcAft>
              <a:buSzPts val="9600"/>
              <a:buFont typeface="Poppins"/>
              <a:buNone/>
              <a:defRPr sz="9600">
                <a:latin typeface="Poppins"/>
                <a:ea typeface="Poppins"/>
                <a:cs typeface="Poppins"/>
                <a:sym typeface="Poppins"/>
              </a:defRPr>
            </a:lvl8pPr>
            <a:lvl9pPr lvl="8" algn="ctr">
              <a:spcBef>
                <a:spcPts val="0"/>
              </a:spcBef>
              <a:spcAft>
                <a:spcPts val="0"/>
              </a:spcAft>
              <a:buSzPts val="9600"/>
              <a:buFont typeface="Poppins"/>
              <a:buNone/>
              <a:defRPr sz="9600">
                <a:latin typeface="Poppins"/>
                <a:ea typeface="Poppins"/>
                <a:cs typeface="Poppins"/>
                <a:sym typeface="Poppins"/>
              </a:defRPr>
            </a:lvl9pPr>
          </a:lstStyle>
          <a:p>
            <a:r>
              <a:t>xx%</a:t>
            </a:r>
          </a:p>
        </p:txBody>
      </p:sp>
      <p:sp>
        <p:nvSpPr>
          <p:cNvPr id="429" name="Google Shape;429;p11"/>
          <p:cNvSpPr txBox="1">
            <a:spLocks noGrp="1"/>
          </p:cNvSpPr>
          <p:nvPr>
            <p:ph type="subTitle" idx="1"/>
          </p:nvPr>
        </p:nvSpPr>
        <p:spPr>
          <a:xfrm>
            <a:off x="713225" y="3118375"/>
            <a:ext cx="65760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430" name="Google Shape;430;p11"/>
          <p:cNvGrpSpPr/>
          <p:nvPr/>
        </p:nvGrpSpPr>
        <p:grpSpPr>
          <a:xfrm>
            <a:off x="-889904" y="4083136"/>
            <a:ext cx="4477057" cy="2336436"/>
            <a:chOff x="-889904" y="4006936"/>
            <a:chExt cx="4477057" cy="2336436"/>
          </a:xfrm>
        </p:grpSpPr>
        <p:grpSp>
          <p:nvGrpSpPr>
            <p:cNvPr id="431" name="Google Shape;431;p11"/>
            <p:cNvGrpSpPr/>
            <p:nvPr/>
          </p:nvGrpSpPr>
          <p:grpSpPr>
            <a:xfrm>
              <a:off x="-889904" y="4006936"/>
              <a:ext cx="4477057" cy="2336436"/>
              <a:chOff x="-900729" y="3974486"/>
              <a:chExt cx="4477057" cy="2336436"/>
            </a:xfrm>
          </p:grpSpPr>
          <p:sp>
            <p:nvSpPr>
              <p:cNvPr id="432" name="Google Shape;432;p11"/>
              <p:cNvSpPr/>
              <p:nvPr/>
            </p:nvSpPr>
            <p:spPr>
              <a:xfrm rot="-3600048">
                <a:off x="-675925" y="4363903"/>
                <a:ext cx="1798609" cy="1557602"/>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1"/>
              <p:cNvSpPr/>
              <p:nvPr/>
            </p:nvSpPr>
            <p:spPr>
              <a:xfrm rot="-5400000">
                <a:off x="891329" y="3148090"/>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4" name="Google Shape;434;p11"/>
              <p:cNvGrpSpPr/>
              <p:nvPr/>
            </p:nvGrpSpPr>
            <p:grpSpPr>
              <a:xfrm>
                <a:off x="63440" y="4608566"/>
                <a:ext cx="496803" cy="497084"/>
                <a:chOff x="3678700" y="407275"/>
                <a:chExt cx="708100" cy="708500"/>
              </a:xfrm>
            </p:grpSpPr>
            <p:sp>
              <p:nvSpPr>
                <p:cNvPr id="435" name="Google Shape;435;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 name="Google Shape;442;p11"/>
              <p:cNvGrpSpPr/>
              <p:nvPr/>
            </p:nvGrpSpPr>
            <p:grpSpPr>
              <a:xfrm>
                <a:off x="464815" y="4608566"/>
                <a:ext cx="496803" cy="497084"/>
                <a:chOff x="3678700" y="407275"/>
                <a:chExt cx="708100" cy="708500"/>
              </a:xfrm>
            </p:grpSpPr>
            <p:sp>
              <p:nvSpPr>
                <p:cNvPr id="443" name="Google Shape;443;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0" name="Google Shape;450;p11"/>
            <p:cNvGrpSpPr/>
            <p:nvPr/>
          </p:nvGrpSpPr>
          <p:grpSpPr>
            <a:xfrm rot="5400000">
              <a:off x="1017275" y="4934200"/>
              <a:ext cx="439200" cy="439100"/>
              <a:chOff x="1101075" y="2142375"/>
              <a:chExt cx="439200" cy="439100"/>
            </a:xfrm>
          </p:grpSpPr>
          <p:sp>
            <p:nvSpPr>
              <p:cNvPr id="451" name="Google Shape;451;p1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3" name="Google Shape;453;p11"/>
          <p:cNvGrpSpPr/>
          <p:nvPr/>
        </p:nvGrpSpPr>
        <p:grpSpPr>
          <a:xfrm>
            <a:off x="-2613417" y="-2882410"/>
            <a:ext cx="8164418" cy="6343459"/>
            <a:chOff x="-2613417" y="-2806210"/>
            <a:chExt cx="8164418" cy="6343459"/>
          </a:xfrm>
        </p:grpSpPr>
        <p:grpSp>
          <p:nvGrpSpPr>
            <p:cNvPr id="454" name="Google Shape;454;p11"/>
            <p:cNvGrpSpPr/>
            <p:nvPr/>
          </p:nvGrpSpPr>
          <p:grpSpPr>
            <a:xfrm>
              <a:off x="-191059" y="95963"/>
              <a:ext cx="1538562" cy="971589"/>
              <a:chOff x="-191059" y="95963"/>
              <a:chExt cx="1538562" cy="971589"/>
            </a:xfrm>
          </p:grpSpPr>
          <p:grpSp>
            <p:nvGrpSpPr>
              <p:cNvPr id="455" name="Google Shape;455;p11"/>
              <p:cNvGrpSpPr/>
              <p:nvPr/>
            </p:nvGrpSpPr>
            <p:grpSpPr>
              <a:xfrm>
                <a:off x="-191059" y="201619"/>
                <a:ext cx="904284" cy="865933"/>
                <a:chOff x="2038491" y="-937756"/>
                <a:chExt cx="904284" cy="865933"/>
              </a:xfrm>
            </p:grpSpPr>
            <p:grpSp>
              <p:nvGrpSpPr>
                <p:cNvPr id="456" name="Google Shape;456;p11"/>
                <p:cNvGrpSpPr/>
                <p:nvPr/>
              </p:nvGrpSpPr>
              <p:grpSpPr>
                <a:xfrm>
                  <a:off x="2096570" y="-863491"/>
                  <a:ext cx="717621" cy="717392"/>
                  <a:chOff x="1483457" y="3953671"/>
                  <a:chExt cx="717621" cy="717392"/>
                </a:xfrm>
              </p:grpSpPr>
              <p:sp>
                <p:nvSpPr>
                  <p:cNvPr id="457" name="Google Shape;457;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2" name="Google Shape;462;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11"/>
              <p:cNvGrpSpPr/>
              <p:nvPr/>
            </p:nvGrpSpPr>
            <p:grpSpPr>
              <a:xfrm>
                <a:off x="584533" y="95963"/>
                <a:ext cx="473483" cy="453403"/>
                <a:chOff x="2038491" y="-937756"/>
                <a:chExt cx="904284" cy="865933"/>
              </a:xfrm>
            </p:grpSpPr>
            <p:grpSp>
              <p:nvGrpSpPr>
                <p:cNvPr id="464" name="Google Shape;464;p11"/>
                <p:cNvGrpSpPr/>
                <p:nvPr/>
              </p:nvGrpSpPr>
              <p:grpSpPr>
                <a:xfrm>
                  <a:off x="2096570" y="-863491"/>
                  <a:ext cx="717621" cy="717392"/>
                  <a:chOff x="1483457" y="3953671"/>
                  <a:chExt cx="717621" cy="717392"/>
                </a:xfrm>
              </p:grpSpPr>
              <p:sp>
                <p:nvSpPr>
                  <p:cNvPr id="465" name="Google Shape;465;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470;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1"/>
              <p:cNvGrpSpPr/>
              <p:nvPr/>
            </p:nvGrpSpPr>
            <p:grpSpPr>
              <a:xfrm>
                <a:off x="530445" y="481913"/>
                <a:ext cx="473483" cy="453403"/>
                <a:chOff x="2038491" y="-937756"/>
                <a:chExt cx="904284" cy="865933"/>
              </a:xfrm>
            </p:grpSpPr>
            <p:grpSp>
              <p:nvGrpSpPr>
                <p:cNvPr id="472" name="Google Shape;472;p11"/>
                <p:cNvGrpSpPr/>
                <p:nvPr/>
              </p:nvGrpSpPr>
              <p:grpSpPr>
                <a:xfrm>
                  <a:off x="2096570" y="-863491"/>
                  <a:ext cx="717621" cy="717392"/>
                  <a:chOff x="1483457" y="3953671"/>
                  <a:chExt cx="717621" cy="717392"/>
                </a:xfrm>
              </p:grpSpPr>
              <p:sp>
                <p:nvSpPr>
                  <p:cNvPr id="473" name="Google Shape;473;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8" name="Google Shape;478;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 name="Google Shape;479;p11"/>
              <p:cNvGrpSpPr/>
              <p:nvPr/>
            </p:nvGrpSpPr>
            <p:grpSpPr>
              <a:xfrm>
                <a:off x="874020" y="312788"/>
                <a:ext cx="473483" cy="453403"/>
                <a:chOff x="2038491" y="-937756"/>
                <a:chExt cx="904284" cy="865933"/>
              </a:xfrm>
            </p:grpSpPr>
            <p:grpSp>
              <p:nvGrpSpPr>
                <p:cNvPr id="480" name="Google Shape;480;p11"/>
                <p:cNvGrpSpPr/>
                <p:nvPr/>
              </p:nvGrpSpPr>
              <p:grpSpPr>
                <a:xfrm>
                  <a:off x="2096570" y="-863491"/>
                  <a:ext cx="717621" cy="717392"/>
                  <a:chOff x="1483457" y="3953671"/>
                  <a:chExt cx="717621" cy="717392"/>
                </a:xfrm>
              </p:grpSpPr>
              <p:sp>
                <p:nvSpPr>
                  <p:cNvPr id="481" name="Google Shape;481;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6" name="Google Shape;486;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7" name="Google Shape;487;p11"/>
            <p:cNvGrpSpPr/>
            <p:nvPr/>
          </p:nvGrpSpPr>
          <p:grpSpPr>
            <a:xfrm rot="-7479050">
              <a:off x="-2051246" y="-1642948"/>
              <a:ext cx="4889863" cy="3931229"/>
              <a:chOff x="7103825" y="-713112"/>
              <a:chExt cx="3785226" cy="3043150"/>
            </a:xfrm>
          </p:grpSpPr>
          <p:sp>
            <p:nvSpPr>
              <p:cNvPr id="488" name="Google Shape;488;p11"/>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9" name="Google Shape;489;p11"/>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490" name="Google Shape;490;p11"/>
            <p:cNvGrpSpPr/>
            <p:nvPr/>
          </p:nvGrpSpPr>
          <p:grpSpPr>
            <a:xfrm>
              <a:off x="-640220" y="-2653973"/>
              <a:ext cx="6191222" cy="6191222"/>
              <a:chOff x="-640220" y="-2502423"/>
              <a:chExt cx="6191222" cy="6191222"/>
            </a:xfrm>
          </p:grpSpPr>
          <p:sp>
            <p:nvSpPr>
              <p:cNvPr id="491" name="Google Shape;491;p11"/>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1"/>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876"/>
        <p:cNvGrpSpPr/>
        <p:nvPr/>
      </p:nvGrpSpPr>
      <p:grpSpPr>
        <a:xfrm>
          <a:off x="0" y="0"/>
          <a:ext cx="0" cy="0"/>
          <a:chOff x="0" y="0"/>
          <a:chExt cx="0" cy="0"/>
        </a:xfrm>
      </p:grpSpPr>
      <p:grpSp>
        <p:nvGrpSpPr>
          <p:cNvPr id="877" name="Google Shape;877;p22"/>
          <p:cNvGrpSpPr/>
          <p:nvPr/>
        </p:nvGrpSpPr>
        <p:grpSpPr>
          <a:xfrm>
            <a:off x="4582521" y="2433470"/>
            <a:ext cx="5022035" cy="4764449"/>
            <a:chOff x="4571996" y="2268220"/>
            <a:chExt cx="5022035" cy="4764449"/>
          </a:xfrm>
        </p:grpSpPr>
        <p:pic>
          <p:nvPicPr>
            <p:cNvPr id="878" name="Google Shape;878;p22"/>
            <p:cNvPicPr preferRelativeResize="0"/>
            <p:nvPr/>
          </p:nvPicPr>
          <p:blipFill rotWithShape="1">
            <a:blip r:embed="rId2">
              <a:alphaModFix/>
            </a:blip>
            <a:srcRect l="16960" t="24718" r="7121" b="26177"/>
            <a:stretch/>
          </p:blipFill>
          <p:spPr>
            <a:xfrm flipH="1">
              <a:off x="5978271" y="3376950"/>
              <a:ext cx="3615750" cy="2759625"/>
            </a:xfrm>
            <a:prstGeom prst="rect">
              <a:avLst/>
            </a:prstGeom>
            <a:noFill/>
            <a:ln>
              <a:noFill/>
            </a:ln>
          </p:spPr>
        </p:pic>
        <p:grpSp>
          <p:nvGrpSpPr>
            <p:cNvPr id="879" name="Google Shape;879;p22"/>
            <p:cNvGrpSpPr/>
            <p:nvPr/>
          </p:nvGrpSpPr>
          <p:grpSpPr>
            <a:xfrm rot="10800000">
              <a:off x="4571996" y="2268220"/>
              <a:ext cx="5022035" cy="4764449"/>
              <a:chOff x="-494406" y="-1584825"/>
              <a:chExt cx="4397193" cy="4171657"/>
            </a:xfrm>
          </p:grpSpPr>
          <p:grpSp>
            <p:nvGrpSpPr>
              <p:cNvPr id="880" name="Google Shape;880;p22"/>
              <p:cNvGrpSpPr/>
              <p:nvPr/>
            </p:nvGrpSpPr>
            <p:grpSpPr>
              <a:xfrm>
                <a:off x="245875" y="-51824"/>
                <a:ext cx="208200" cy="1824700"/>
                <a:chOff x="1040050" y="3812126"/>
                <a:chExt cx="208200" cy="1824700"/>
              </a:xfrm>
            </p:grpSpPr>
            <p:sp>
              <p:nvSpPr>
                <p:cNvPr id="881" name="Google Shape;881;p22"/>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2"/>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 name="Google Shape;883;p22"/>
              <p:cNvGrpSpPr/>
              <p:nvPr/>
            </p:nvGrpSpPr>
            <p:grpSpPr>
              <a:xfrm rot="-8100000">
                <a:off x="540898" y="-1172741"/>
                <a:ext cx="2552124" cy="3347490"/>
                <a:chOff x="2976325" y="908175"/>
                <a:chExt cx="4028179" cy="5283555"/>
              </a:xfrm>
            </p:grpSpPr>
            <p:sp>
              <p:nvSpPr>
                <p:cNvPr id="884" name="Google Shape;884;p2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 name="Google Shape;887;p22"/>
              <p:cNvGrpSpPr/>
              <p:nvPr/>
            </p:nvGrpSpPr>
            <p:grpSpPr>
              <a:xfrm>
                <a:off x="-1" y="621223"/>
                <a:ext cx="699940" cy="478601"/>
                <a:chOff x="39722" y="4349021"/>
                <a:chExt cx="1061964" cy="726143"/>
              </a:xfrm>
            </p:grpSpPr>
            <p:grpSp>
              <p:nvGrpSpPr>
                <p:cNvPr id="888" name="Google Shape;888;p22"/>
                <p:cNvGrpSpPr/>
                <p:nvPr/>
              </p:nvGrpSpPr>
              <p:grpSpPr>
                <a:xfrm rot="2700000">
                  <a:off x="140502" y="4460924"/>
                  <a:ext cx="524584" cy="502337"/>
                  <a:chOff x="1189791" y="-1767331"/>
                  <a:chExt cx="904284" cy="865933"/>
                </a:xfrm>
              </p:grpSpPr>
              <p:sp>
                <p:nvSpPr>
                  <p:cNvPr id="889" name="Google Shape;88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0" name="Google Shape;890;p22"/>
                  <p:cNvGrpSpPr/>
                  <p:nvPr/>
                </p:nvGrpSpPr>
                <p:grpSpPr>
                  <a:xfrm>
                    <a:off x="1232795" y="-1740829"/>
                    <a:ext cx="717621" cy="717392"/>
                    <a:chOff x="1483457" y="3953671"/>
                    <a:chExt cx="717621" cy="717392"/>
                  </a:xfrm>
                </p:grpSpPr>
                <p:sp>
                  <p:nvSpPr>
                    <p:cNvPr id="891" name="Google Shape;89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96" name="Google Shape;89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 name="Google Shape;897;p22"/>
              <p:cNvGrpSpPr/>
              <p:nvPr/>
            </p:nvGrpSpPr>
            <p:grpSpPr>
              <a:xfrm>
                <a:off x="955673" y="11"/>
                <a:ext cx="592576" cy="405260"/>
                <a:chOff x="39722" y="4349021"/>
                <a:chExt cx="1061964" cy="726143"/>
              </a:xfrm>
            </p:grpSpPr>
            <p:grpSp>
              <p:nvGrpSpPr>
                <p:cNvPr id="898" name="Google Shape;898;p22"/>
                <p:cNvGrpSpPr/>
                <p:nvPr/>
              </p:nvGrpSpPr>
              <p:grpSpPr>
                <a:xfrm rot="2700000">
                  <a:off x="140502" y="4460924"/>
                  <a:ext cx="524584" cy="502337"/>
                  <a:chOff x="1189791" y="-1767331"/>
                  <a:chExt cx="904284" cy="865933"/>
                </a:xfrm>
              </p:grpSpPr>
              <p:sp>
                <p:nvSpPr>
                  <p:cNvPr id="899" name="Google Shape;89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0" name="Google Shape;900;p22"/>
                  <p:cNvGrpSpPr/>
                  <p:nvPr/>
                </p:nvGrpSpPr>
                <p:grpSpPr>
                  <a:xfrm>
                    <a:off x="1232795" y="-1740829"/>
                    <a:ext cx="717621" cy="717392"/>
                    <a:chOff x="1483457" y="3953671"/>
                    <a:chExt cx="717621" cy="717392"/>
                  </a:xfrm>
                </p:grpSpPr>
                <p:sp>
                  <p:nvSpPr>
                    <p:cNvPr id="901" name="Google Shape;90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06" name="Google Shape;90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22"/>
              <p:cNvGrpSpPr/>
              <p:nvPr/>
            </p:nvGrpSpPr>
            <p:grpSpPr>
              <a:xfrm>
                <a:off x="441574" y="-36652"/>
                <a:ext cx="699940" cy="478601"/>
                <a:chOff x="39722" y="4349021"/>
                <a:chExt cx="1061964" cy="726143"/>
              </a:xfrm>
            </p:grpSpPr>
            <p:grpSp>
              <p:nvGrpSpPr>
                <p:cNvPr id="908" name="Google Shape;908;p22"/>
                <p:cNvGrpSpPr/>
                <p:nvPr/>
              </p:nvGrpSpPr>
              <p:grpSpPr>
                <a:xfrm rot="2700000">
                  <a:off x="140502" y="4460924"/>
                  <a:ext cx="524584" cy="502337"/>
                  <a:chOff x="1189791" y="-1767331"/>
                  <a:chExt cx="904284" cy="865933"/>
                </a:xfrm>
              </p:grpSpPr>
              <p:sp>
                <p:nvSpPr>
                  <p:cNvPr id="909" name="Google Shape;90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0" name="Google Shape;910;p22"/>
                  <p:cNvGrpSpPr/>
                  <p:nvPr/>
                </p:nvGrpSpPr>
                <p:grpSpPr>
                  <a:xfrm>
                    <a:off x="1232795" y="-1740829"/>
                    <a:ext cx="717621" cy="717392"/>
                    <a:chOff x="1483457" y="3953671"/>
                    <a:chExt cx="717621" cy="717392"/>
                  </a:xfrm>
                </p:grpSpPr>
                <p:sp>
                  <p:nvSpPr>
                    <p:cNvPr id="911" name="Google Shape;91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16" name="Google Shape;91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7" name="Google Shape;917;p22"/>
              <p:cNvGrpSpPr/>
              <p:nvPr/>
            </p:nvGrpSpPr>
            <p:grpSpPr>
              <a:xfrm>
                <a:off x="-494406" y="-252396"/>
                <a:ext cx="1741563" cy="1288563"/>
                <a:chOff x="-494406" y="-252396"/>
                <a:chExt cx="1741563" cy="1288563"/>
              </a:xfrm>
            </p:grpSpPr>
            <p:sp>
              <p:nvSpPr>
                <p:cNvPr id="918" name="Google Shape;918;p22"/>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2"/>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20" name="Google Shape;920;p22"/>
            <p:cNvGrpSpPr/>
            <p:nvPr/>
          </p:nvGrpSpPr>
          <p:grpSpPr>
            <a:xfrm>
              <a:off x="5643425" y="4968525"/>
              <a:ext cx="439200" cy="439100"/>
              <a:chOff x="1101075" y="2142375"/>
              <a:chExt cx="439200" cy="439100"/>
            </a:xfrm>
          </p:grpSpPr>
          <p:sp>
            <p:nvSpPr>
              <p:cNvPr id="921" name="Google Shape;921;p2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23" name="Google Shape;923;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24" name="Google Shape;924;p22"/>
          <p:cNvSpPr txBox="1">
            <a:spLocks noGrp="1"/>
          </p:cNvSpPr>
          <p:nvPr>
            <p:ph type="body" idx="1"/>
          </p:nvPr>
        </p:nvSpPr>
        <p:spPr>
          <a:xfrm>
            <a:off x="720000" y="1139550"/>
            <a:ext cx="4290900" cy="3431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Char char="●"/>
              <a:defRPr sz="1200">
                <a:solidFill>
                  <a:srgbClr val="191919"/>
                </a:solidFill>
              </a:defRPr>
            </a:lvl1pPr>
            <a:lvl2pPr marL="914400" lvl="1" indent="-304800" rtl="0">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a:endParaRPr/>
          </a:p>
        </p:txBody>
      </p:sp>
      <p:sp>
        <p:nvSpPr>
          <p:cNvPr id="925" name="Google Shape;925;p22"/>
          <p:cNvSpPr txBox="1">
            <a:spLocks noGrp="1"/>
          </p:cNvSpPr>
          <p:nvPr>
            <p:ph type="body" idx="2"/>
          </p:nvPr>
        </p:nvSpPr>
        <p:spPr>
          <a:xfrm>
            <a:off x="5249025" y="1139550"/>
            <a:ext cx="3174900" cy="3431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Char char="●"/>
              <a:defRPr sz="1200">
                <a:solidFill>
                  <a:srgbClr val="191919"/>
                </a:solidFill>
              </a:defRPr>
            </a:lvl1pPr>
            <a:lvl2pPr marL="914400" lvl="1" indent="-304800" rtl="0">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a:endParaRPr/>
          </a:p>
        </p:txBody>
      </p:sp>
      <p:grpSp>
        <p:nvGrpSpPr>
          <p:cNvPr id="926" name="Google Shape;926;p22"/>
          <p:cNvGrpSpPr/>
          <p:nvPr/>
        </p:nvGrpSpPr>
        <p:grpSpPr>
          <a:xfrm>
            <a:off x="-913829" y="-2335097"/>
            <a:ext cx="5022161" cy="4764814"/>
            <a:chOff x="-837629" y="-2258897"/>
            <a:chExt cx="5022161" cy="4764814"/>
          </a:xfrm>
        </p:grpSpPr>
        <p:grpSp>
          <p:nvGrpSpPr>
            <p:cNvPr id="927" name="Google Shape;927;p22"/>
            <p:cNvGrpSpPr/>
            <p:nvPr/>
          </p:nvGrpSpPr>
          <p:grpSpPr>
            <a:xfrm>
              <a:off x="-837629" y="-736613"/>
              <a:ext cx="1989039" cy="1471668"/>
              <a:chOff x="-494406" y="-252396"/>
              <a:chExt cx="1741563" cy="1288563"/>
            </a:xfrm>
          </p:grpSpPr>
          <p:sp>
            <p:nvSpPr>
              <p:cNvPr id="928" name="Google Shape;928;p22"/>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2"/>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 name="Google Shape;930;p22"/>
            <p:cNvGrpSpPr/>
            <p:nvPr/>
          </p:nvGrpSpPr>
          <p:grpSpPr>
            <a:xfrm rot="-8100000">
              <a:off x="344623" y="-1788220"/>
              <a:ext cx="2915004" cy="3823461"/>
              <a:chOff x="2976325" y="908175"/>
              <a:chExt cx="4028179" cy="5283555"/>
            </a:xfrm>
          </p:grpSpPr>
          <p:sp>
            <p:nvSpPr>
              <p:cNvPr id="931" name="Google Shape;931;p2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 name="Google Shape;934;p22"/>
            <p:cNvGrpSpPr/>
            <p:nvPr/>
          </p:nvGrpSpPr>
          <p:grpSpPr>
            <a:xfrm>
              <a:off x="-272968" y="261330"/>
              <a:ext cx="799446" cy="546640"/>
              <a:chOff x="39722" y="4349021"/>
              <a:chExt cx="1061964" cy="726143"/>
            </a:xfrm>
          </p:grpSpPr>
          <p:grpSp>
            <p:nvGrpSpPr>
              <p:cNvPr id="935" name="Google Shape;935;p22"/>
              <p:cNvGrpSpPr/>
              <p:nvPr/>
            </p:nvGrpSpPr>
            <p:grpSpPr>
              <a:xfrm rot="2700000">
                <a:off x="140502" y="4460924"/>
                <a:ext cx="524584" cy="502337"/>
                <a:chOff x="1189791" y="-1767331"/>
                <a:chExt cx="904284" cy="865933"/>
              </a:xfrm>
            </p:grpSpPr>
            <p:sp>
              <p:nvSpPr>
                <p:cNvPr id="936" name="Google Shape;936;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7" name="Google Shape;937;p22"/>
                <p:cNvGrpSpPr/>
                <p:nvPr/>
              </p:nvGrpSpPr>
              <p:grpSpPr>
                <a:xfrm>
                  <a:off x="1232795" y="-1740829"/>
                  <a:ext cx="717621" cy="717392"/>
                  <a:chOff x="1483457" y="3953671"/>
                  <a:chExt cx="717621" cy="717392"/>
                </a:xfrm>
              </p:grpSpPr>
              <p:sp>
                <p:nvSpPr>
                  <p:cNvPr id="938" name="Google Shape;938;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3" name="Google Shape;943;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4" name="Google Shape;944;p22"/>
          <p:cNvGrpSpPr/>
          <p:nvPr/>
        </p:nvGrpSpPr>
        <p:grpSpPr>
          <a:xfrm>
            <a:off x="-224248" y="3297090"/>
            <a:ext cx="605804" cy="2417785"/>
            <a:chOff x="-224248" y="3297090"/>
            <a:chExt cx="605804" cy="2417785"/>
          </a:xfrm>
        </p:grpSpPr>
        <p:grpSp>
          <p:nvGrpSpPr>
            <p:cNvPr id="945" name="Google Shape;945;p22"/>
            <p:cNvGrpSpPr/>
            <p:nvPr/>
          </p:nvGrpSpPr>
          <p:grpSpPr>
            <a:xfrm>
              <a:off x="143770" y="3630885"/>
              <a:ext cx="237785" cy="2083990"/>
              <a:chOff x="1040050" y="3812126"/>
              <a:chExt cx="208200" cy="1824700"/>
            </a:xfrm>
          </p:grpSpPr>
          <p:sp>
            <p:nvSpPr>
              <p:cNvPr id="946" name="Google Shape;946;p22"/>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2"/>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 name="Google Shape;948;p22"/>
            <p:cNvGrpSpPr/>
            <p:nvPr/>
          </p:nvGrpSpPr>
          <p:grpSpPr>
            <a:xfrm rot="10800000">
              <a:off x="-224248" y="3297090"/>
              <a:ext cx="439200" cy="439100"/>
              <a:chOff x="1101075" y="2142375"/>
              <a:chExt cx="439200" cy="439100"/>
            </a:xfrm>
          </p:grpSpPr>
          <p:sp>
            <p:nvSpPr>
              <p:cNvPr id="949" name="Google Shape;949;p2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51" name="Google Shape;951;p22"/>
          <p:cNvGrpSpPr/>
          <p:nvPr/>
        </p:nvGrpSpPr>
        <p:grpSpPr>
          <a:xfrm>
            <a:off x="3585480" y="-1456810"/>
            <a:ext cx="3681465" cy="2759625"/>
            <a:chOff x="3585480" y="-1380610"/>
            <a:chExt cx="3681465" cy="2759625"/>
          </a:xfrm>
        </p:grpSpPr>
        <p:pic>
          <p:nvPicPr>
            <p:cNvPr id="952" name="Google Shape;952;p22"/>
            <p:cNvPicPr preferRelativeResize="0"/>
            <p:nvPr/>
          </p:nvPicPr>
          <p:blipFill rotWithShape="1">
            <a:blip r:embed="rId2">
              <a:alphaModFix/>
            </a:blip>
            <a:srcRect l="16960" t="24718" r="7121" b="26177"/>
            <a:stretch/>
          </p:blipFill>
          <p:spPr>
            <a:xfrm rot="10800000" flipH="1">
              <a:off x="3585480" y="-1380610"/>
              <a:ext cx="3615750" cy="2759625"/>
            </a:xfrm>
            <a:prstGeom prst="rect">
              <a:avLst/>
            </a:prstGeom>
            <a:noFill/>
            <a:ln>
              <a:noFill/>
            </a:ln>
          </p:spPr>
        </p:pic>
        <p:grpSp>
          <p:nvGrpSpPr>
            <p:cNvPr id="953" name="Google Shape;953;p22"/>
            <p:cNvGrpSpPr/>
            <p:nvPr/>
          </p:nvGrpSpPr>
          <p:grpSpPr>
            <a:xfrm>
              <a:off x="6590156" y="-232440"/>
              <a:ext cx="676790" cy="462843"/>
              <a:chOff x="39722" y="4349021"/>
              <a:chExt cx="1061964" cy="726143"/>
            </a:xfrm>
          </p:grpSpPr>
          <p:grpSp>
            <p:nvGrpSpPr>
              <p:cNvPr id="954" name="Google Shape;954;p22"/>
              <p:cNvGrpSpPr/>
              <p:nvPr/>
            </p:nvGrpSpPr>
            <p:grpSpPr>
              <a:xfrm rot="2700000">
                <a:off x="140502" y="4460924"/>
                <a:ext cx="524584" cy="502337"/>
                <a:chOff x="1189791" y="-1767331"/>
                <a:chExt cx="904284" cy="865933"/>
              </a:xfrm>
            </p:grpSpPr>
            <p:sp>
              <p:nvSpPr>
                <p:cNvPr id="955" name="Google Shape;955;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6" name="Google Shape;956;p22"/>
                <p:cNvGrpSpPr/>
                <p:nvPr/>
              </p:nvGrpSpPr>
              <p:grpSpPr>
                <a:xfrm>
                  <a:off x="1232795" y="-1740829"/>
                  <a:ext cx="717621" cy="717392"/>
                  <a:chOff x="1483457" y="3953671"/>
                  <a:chExt cx="717621" cy="717392"/>
                </a:xfrm>
              </p:grpSpPr>
              <p:sp>
                <p:nvSpPr>
                  <p:cNvPr id="957" name="Google Shape;957;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62" name="Google Shape;962;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3" name="Google Shape;963;p22"/>
            <p:cNvGrpSpPr/>
            <p:nvPr/>
          </p:nvGrpSpPr>
          <p:grpSpPr>
            <a:xfrm>
              <a:off x="6003005" y="-274104"/>
              <a:ext cx="799446" cy="546640"/>
              <a:chOff x="39722" y="4349021"/>
              <a:chExt cx="1061964" cy="726143"/>
            </a:xfrm>
          </p:grpSpPr>
          <p:grpSp>
            <p:nvGrpSpPr>
              <p:cNvPr id="964" name="Google Shape;964;p22"/>
              <p:cNvGrpSpPr/>
              <p:nvPr/>
            </p:nvGrpSpPr>
            <p:grpSpPr>
              <a:xfrm rot="2700000">
                <a:off x="140502" y="4460924"/>
                <a:ext cx="524584" cy="502337"/>
                <a:chOff x="1189791" y="-1767331"/>
                <a:chExt cx="904284" cy="865933"/>
              </a:xfrm>
            </p:grpSpPr>
            <p:sp>
              <p:nvSpPr>
                <p:cNvPr id="965" name="Google Shape;965;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6" name="Google Shape;966;p22"/>
                <p:cNvGrpSpPr/>
                <p:nvPr/>
              </p:nvGrpSpPr>
              <p:grpSpPr>
                <a:xfrm>
                  <a:off x="1232795" y="-1740829"/>
                  <a:ext cx="717621" cy="717392"/>
                  <a:chOff x="1483457" y="3953671"/>
                  <a:chExt cx="717621" cy="717392"/>
                </a:xfrm>
              </p:grpSpPr>
              <p:sp>
                <p:nvSpPr>
                  <p:cNvPr id="967" name="Google Shape;967;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72" name="Google Shape;972;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3" name="Google Shape;1053;p24"/>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6" name="Google Shape;1056;p24"/>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57" name="Google Shape;1057;p2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58" name="Google Shape;1058;p24"/>
          <p:cNvSpPr txBox="1">
            <a:spLocks noGrp="1"/>
          </p:cNvSpPr>
          <p:nvPr>
            <p:ph type="subTitle" idx="1"/>
          </p:nvPr>
        </p:nvSpPr>
        <p:spPr>
          <a:xfrm>
            <a:off x="720000"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9" name="Google Shape;1059;p24"/>
          <p:cNvSpPr txBox="1">
            <a:spLocks noGrp="1"/>
          </p:cNvSpPr>
          <p:nvPr>
            <p:ph type="subTitle" idx="2"/>
          </p:nvPr>
        </p:nvSpPr>
        <p:spPr>
          <a:xfrm>
            <a:off x="3584484"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0" name="Google Shape;1060;p24"/>
          <p:cNvSpPr txBox="1">
            <a:spLocks noGrp="1"/>
          </p:cNvSpPr>
          <p:nvPr>
            <p:ph type="subTitle" idx="3"/>
          </p:nvPr>
        </p:nvSpPr>
        <p:spPr>
          <a:xfrm>
            <a:off x="6448975"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1" name="Google Shape;1061;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2" name="Google Shape;1062;p24"/>
          <p:cNvSpPr txBox="1">
            <a:spLocks noGrp="1"/>
          </p:cNvSpPr>
          <p:nvPr>
            <p:ph type="subTitle" idx="4"/>
          </p:nvPr>
        </p:nvSpPr>
        <p:spPr>
          <a:xfrm>
            <a:off x="720000"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3" name="Google Shape;1063;p24"/>
          <p:cNvSpPr txBox="1">
            <a:spLocks noGrp="1"/>
          </p:cNvSpPr>
          <p:nvPr>
            <p:ph type="subTitle" idx="5"/>
          </p:nvPr>
        </p:nvSpPr>
        <p:spPr>
          <a:xfrm>
            <a:off x="3584483"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4" name="Google Shape;1064;p24"/>
          <p:cNvSpPr txBox="1">
            <a:spLocks noGrp="1"/>
          </p:cNvSpPr>
          <p:nvPr>
            <p:ph type="subTitle" idx="6"/>
          </p:nvPr>
        </p:nvSpPr>
        <p:spPr>
          <a:xfrm>
            <a:off x="6448972"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4"/>
            <p:cNvSpPr/>
            <p:nvPr/>
          </p:nvSpPr>
          <p:spPr>
            <a:xfrm>
              <a:off x="6873793" y="23394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alphaModFix/>
            </a:blip>
            <a:srcRect l="16960" t="24718" r="7121" b="26177"/>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4"/>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4"/>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4"/>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4"/>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4"/>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1" name="Google Shape;1101;p24"/>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4"/>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3" name="Google Shape;1103;p24"/>
            <p:cNvGrpSpPr/>
            <p:nvPr/>
          </p:nvGrpSpPr>
          <p:grpSpPr>
            <a:xfrm rot="-2700000" flipH="1">
              <a:off x="-216370" y="1084101"/>
              <a:ext cx="708093" cy="708493"/>
              <a:chOff x="3678700" y="407275"/>
              <a:chExt cx="708100" cy="708500"/>
            </a:xfrm>
          </p:grpSpPr>
          <p:sp>
            <p:nvSpPr>
              <p:cNvPr id="1104" name="Google Shape;1104;p24"/>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4"/>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4"/>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4"/>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4"/>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4"/>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4"/>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64"/>
        <p:cNvGrpSpPr/>
        <p:nvPr/>
      </p:nvGrpSpPr>
      <p:grpSpPr>
        <a:xfrm>
          <a:off x="0" y="0"/>
          <a:ext cx="0" cy="0"/>
          <a:chOff x="0" y="0"/>
          <a:chExt cx="0" cy="0"/>
        </a:xfrm>
      </p:grpSpPr>
      <p:sp>
        <p:nvSpPr>
          <p:cNvPr id="1165" name="Google Shape;1165;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6" name="Google Shape;1166;p26"/>
          <p:cNvSpPr txBox="1">
            <a:spLocks noGrp="1"/>
          </p:cNvSpPr>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7" name="Google Shape;1167;p26"/>
          <p:cNvSpPr txBox="1">
            <a:spLocks noGrp="1"/>
          </p:cNvSpPr>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8" name="Google Shape;1168;p26"/>
          <p:cNvSpPr txBox="1">
            <a:spLocks noGrp="1"/>
          </p:cNvSpPr>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9" name="Google Shape;1169;p26"/>
          <p:cNvSpPr txBox="1">
            <a:spLocks noGrp="1"/>
          </p:cNvSpPr>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0" name="Google Shape;1170;p26"/>
          <p:cNvSpPr txBox="1">
            <a:spLocks noGrp="1"/>
          </p:cNvSpPr>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1" name="Google Shape;1171;p26"/>
          <p:cNvSpPr txBox="1">
            <a:spLocks noGrp="1"/>
          </p:cNvSpPr>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2" name="Google Shape;1172;p26"/>
          <p:cNvSpPr txBox="1">
            <a:spLocks noGrp="1"/>
          </p:cNvSpPr>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3" name="Google Shape;1173;p26"/>
          <p:cNvSpPr txBox="1">
            <a:spLocks noGrp="1"/>
          </p:cNvSpPr>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07" name="Google Shape;1207;p26"/>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6" name="Google Shape;1356;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5" r:id="rId5"/>
    <p:sldLayoutId id="2147483657" r:id="rId6"/>
    <p:sldLayoutId id="2147483658" r:id="rId7"/>
    <p:sldLayoutId id="2147483659" r:id="rId8"/>
    <p:sldLayoutId id="2147483665" r:id="rId9"/>
    <p:sldLayoutId id="2147483668" r:id="rId10"/>
    <p:sldLayoutId id="2147483670" r:id="rId11"/>
    <p:sldLayoutId id="2147483672" r:id="rId12"/>
    <p:sldLayoutId id="2147483676" r:id="rId13"/>
    <p:sldLayoutId id="214748367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9"/>
        <p:cNvGrpSpPr/>
        <p:nvPr/>
      </p:nvGrpSpPr>
      <p:grpSpPr>
        <a:xfrm>
          <a:off x="0" y="0"/>
          <a:ext cx="0" cy="0"/>
          <a:chOff x="0" y="0"/>
          <a:chExt cx="0" cy="0"/>
        </a:xfrm>
      </p:grpSpPr>
      <p:sp>
        <p:nvSpPr>
          <p:cNvPr id="1431" name="Google Shape;1431;p35"/>
          <p:cNvSpPr txBox="1">
            <a:spLocks noGrp="1"/>
          </p:cNvSpPr>
          <p:nvPr>
            <p:ph type="ctrTitle"/>
          </p:nvPr>
        </p:nvSpPr>
        <p:spPr>
          <a:xfrm>
            <a:off x="951863" y="663351"/>
            <a:ext cx="6974700" cy="176799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solidFill>
                  <a:schemeClr val="dk2"/>
                </a:solidFill>
              </a:rPr>
              <a:t>VOICE CONTROLLER DESKTOP ASSISTANCE</a:t>
            </a:r>
            <a:endParaRPr dirty="0">
              <a:solidFill>
                <a:schemeClr val="dk1"/>
              </a:solidFill>
            </a:endParaRPr>
          </a:p>
        </p:txBody>
      </p:sp>
      <p:grpSp>
        <p:nvGrpSpPr>
          <p:cNvPr id="1432" name="Google Shape;1432;p35"/>
          <p:cNvGrpSpPr/>
          <p:nvPr/>
        </p:nvGrpSpPr>
        <p:grpSpPr>
          <a:xfrm>
            <a:off x="635317" y="2536469"/>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BFC9080E-208E-42C6-AC9A-2EE10A4376E2}"/>
              </a:ext>
            </a:extLst>
          </p:cNvPr>
          <p:cNvSpPr>
            <a:spLocks noGrp="1"/>
          </p:cNvSpPr>
          <p:nvPr>
            <p:ph type="subTitle" idx="1"/>
          </p:nvPr>
        </p:nvSpPr>
        <p:spPr>
          <a:xfrm>
            <a:off x="1023876" y="2788029"/>
            <a:ext cx="4092498" cy="1213202"/>
          </a:xfrm>
        </p:spPr>
        <p:txBody>
          <a:bodyPr/>
          <a:lstStyle/>
          <a:p>
            <a:r>
              <a:rPr lang="en-US" sz="1500" b="1" dirty="0">
                <a:latin typeface="IBM Plex Mono" panose="020B0604020202020204" charset="0"/>
              </a:rPr>
              <a:t>BY:</a:t>
            </a:r>
            <a:endParaRPr lang="en-US" sz="1500" dirty="0">
              <a:latin typeface="IBM Plex Mono" panose="020B0604020202020204" charset="0"/>
            </a:endParaRPr>
          </a:p>
          <a:p>
            <a:pPr lvl="0"/>
            <a:r>
              <a:rPr lang="en-US" sz="1400">
                <a:latin typeface="IBM Plex Mono" panose="020B0604020202020204" charset="0"/>
              </a:rPr>
              <a:t>DEEPA </a:t>
            </a:r>
            <a:r>
              <a:rPr lang="en-US" sz="1400" dirty="0">
                <a:latin typeface="IBM Plex Mono" panose="020B0604020202020204" charset="0"/>
              </a:rPr>
              <a:t>SRI VADLA     [ 23911A0514 ]</a:t>
            </a:r>
          </a:p>
          <a:p>
            <a:endParaRPr lang="en-US" sz="1400" dirty="0">
              <a:latin typeface="IBM Plex Mono" panose="020B0604020202020204" charset="0"/>
            </a:endParaRPr>
          </a:p>
        </p:txBody>
      </p:sp>
      <p:sp>
        <p:nvSpPr>
          <p:cNvPr id="4" name="TextBox 3">
            <a:extLst>
              <a:ext uri="{FF2B5EF4-FFF2-40B4-BE49-F238E27FC236}">
                <a16:creationId xmlns:a16="http://schemas.microsoft.com/office/drawing/2014/main" id="{935C4688-C270-41C7-9972-9F6D172024AE}"/>
              </a:ext>
            </a:extLst>
          </p:cNvPr>
          <p:cNvSpPr txBox="1"/>
          <p:nvPr/>
        </p:nvSpPr>
        <p:spPr>
          <a:xfrm>
            <a:off x="1200551" y="4051692"/>
            <a:ext cx="2919859" cy="726546"/>
          </a:xfrm>
          <a:prstGeom prst="rect">
            <a:avLst/>
          </a:prstGeom>
          <a:noFill/>
        </p:spPr>
        <p:txBody>
          <a:bodyPr wrap="square" rtlCol="0">
            <a:spAutoFit/>
          </a:bodyPr>
          <a:lstStyle/>
          <a:p>
            <a:pPr>
              <a:lnSpc>
                <a:spcPct val="150000"/>
              </a:lnSpc>
            </a:pPr>
            <a:r>
              <a:rPr lang="en-US" sz="1500" b="1" dirty="0">
                <a:latin typeface="IBM Plex Mono" panose="020B0604020202020204" charset="0"/>
              </a:rPr>
              <a:t>GUIDE:</a:t>
            </a:r>
          </a:p>
          <a:p>
            <a:pPr>
              <a:lnSpc>
                <a:spcPct val="150000"/>
              </a:lnSpc>
            </a:pPr>
            <a:r>
              <a:rPr lang="en-US" dirty="0">
                <a:latin typeface="IBM Plex Mono" panose="020B0604020202020204" charset="0"/>
              </a:rPr>
              <a:t> DR.ZAHEER AHMED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ABSTRACT</a:t>
            </a:r>
            <a:endParaRPr dirty="0"/>
          </a:p>
        </p:txBody>
      </p:sp>
      <p:sp>
        <p:nvSpPr>
          <p:cNvPr id="1458" name="Google Shape;1458;p36"/>
          <p:cNvSpPr txBox="1">
            <a:spLocks noGrp="1"/>
          </p:cNvSpPr>
          <p:nvPr>
            <p:ph type="body" idx="1"/>
          </p:nvPr>
        </p:nvSpPr>
        <p:spPr>
          <a:xfrm>
            <a:off x="809209" y="1180155"/>
            <a:ext cx="6972173" cy="3680750"/>
          </a:xfrm>
          <a:prstGeom prst="rect">
            <a:avLst/>
          </a:prstGeom>
        </p:spPr>
        <p:txBody>
          <a:bodyPr spcFirstLastPara="1" wrap="square" lIns="91425" tIns="91425" rIns="91425" bIns="91425" anchor="t" anchorCtr="0">
            <a:noAutofit/>
          </a:bodyPr>
          <a:lstStyle/>
          <a:p>
            <a:pPr marL="139700" indent="0">
              <a:buNone/>
            </a:pPr>
            <a:r>
              <a:rPr lang="en-US" dirty="0">
                <a:latin typeface="IBM Plex Mono" panose="020B0604020202020204" charset="0"/>
              </a:rPr>
              <a:t>Jarvis is a Python-based voice assistant developed to make human–computer interaction easier and more natural. It allows users to perform basic tasks using voice commands instead of manual input. The assistant listens to the user’s voice, converts speech into text, processes the command, and responds through voice output, providing a user-friendly experience.</a:t>
            </a:r>
          </a:p>
          <a:p>
            <a:pPr marL="139700" indent="0">
              <a:buNone/>
            </a:pPr>
            <a:endParaRPr lang="en-US" dirty="0">
              <a:latin typeface="IBM Plex Mono" panose="020B0604020202020204" charset="0"/>
            </a:endParaRPr>
          </a:p>
          <a:p>
            <a:pPr marL="139700" indent="0">
              <a:buNone/>
            </a:pPr>
            <a:r>
              <a:rPr lang="en-US" dirty="0">
                <a:latin typeface="IBM Plex Mono" panose="020B0604020202020204" charset="0"/>
              </a:rPr>
              <a:t>The system is built using Python libraries such as Speech Recognition for voice input processing and pyttsx3 for text-to-speech conversion. Jarvis can perform tasks like searching information on Wikipedia, opening websites such as Google and YouTube, playing music, and telling the current time. This project helps in understanding speech processing and automation concepts and demonstrates how Python can be used to build simple and effective voice-based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6" name="Google Shape;1466;p37"/>
          <p:cNvSpPr txBox="1">
            <a:spLocks noGrp="1"/>
          </p:cNvSpPr>
          <p:nvPr>
            <p:ph type="title"/>
          </p:nvPr>
        </p:nvSpPr>
        <p:spPr>
          <a:xfrm>
            <a:off x="909781" y="584416"/>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solidFill>
                  <a:schemeClr val="dk2"/>
                </a:solidFill>
                <a:latin typeface="IBM Plex Mono"/>
                <a:ea typeface="IBM Plex Mono"/>
                <a:cs typeface="IBM Plex Mono"/>
                <a:sym typeface="IBM Plex Mono"/>
              </a:rPr>
              <a:t>INTRODUCTION</a:t>
            </a:r>
            <a:endParaRPr sz="3200" dirty="0">
              <a:solidFill>
                <a:schemeClr val="dk2"/>
              </a:solidFill>
              <a:latin typeface="IBM Plex Mono"/>
              <a:ea typeface="IBM Plex Mono"/>
              <a:cs typeface="IBM Plex Mono"/>
              <a:sym typeface="IBM Plex Mono"/>
            </a:endParaRPr>
          </a:p>
        </p:txBody>
      </p:sp>
      <p:sp>
        <p:nvSpPr>
          <p:cNvPr id="1467" name="Google Shape;1467;p37"/>
          <p:cNvSpPr txBox="1">
            <a:spLocks noGrp="1"/>
          </p:cNvSpPr>
          <p:nvPr>
            <p:ph type="subTitle" idx="9"/>
          </p:nvPr>
        </p:nvSpPr>
        <p:spPr>
          <a:xfrm>
            <a:off x="909781" y="1168269"/>
            <a:ext cx="7893782" cy="2956683"/>
          </a:xfrm>
          <a:prstGeom prst="rect">
            <a:avLst/>
          </a:prstGeom>
        </p:spPr>
        <p:txBody>
          <a:bodyPr spcFirstLastPara="1" wrap="square" lIns="91425" tIns="91425" rIns="91425" bIns="91425" anchor="b" anchorCtr="0">
            <a:noAutofit/>
          </a:bodyPr>
          <a:lstStyle/>
          <a:p>
            <a:pPr marL="285750" lvl="0" indent="-285750">
              <a:lnSpc>
                <a:spcPct val="100000"/>
              </a:lnSpc>
              <a:buFont typeface="Arial" panose="020B0604020202020204" pitchFamily="34" charset="0"/>
              <a:buChar char="•"/>
            </a:pPr>
            <a:r>
              <a:rPr lang="en-US" sz="1500" b="0" dirty="0"/>
              <a:t>Voice assistants are widely used in modern technology as they enable hands-free interaction with computers and digital systems. </a:t>
            </a:r>
          </a:p>
          <a:p>
            <a:pPr marL="285750" lvl="0" indent="-285750">
              <a:lnSpc>
                <a:spcPct val="100000"/>
              </a:lnSpc>
              <a:buFont typeface="Arial" panose="020B0604020202020204" pitchFamily="34" charset="0"/>
              <a:buChar char="•"/>
            </a:pPr>
            <a:endParaRPr lang="en-US" sz="1500" b="0" dirty="0"/>
          </a:p>
          <a:p>
            <a:pPr marL="285750" lvl="0" indent="-285750">
              <a:lnSpc>
                <a:spcPct val="100000"/>
              </a:lnSpc>
              <a:buFont typeface="Arial" panose="020B0604020202020204" pitchFamily="34" charset="0"/>
              <a:buChar char="•"/>
            </a:pPr>
            <a:r>
              <a:rPr lang="en-US" sz="1500" b="0" dirty="0"/>
              <a:t>By allowing users to give commands through voice, human–computer interaction becomes simpler, faster, and more convenient. </a:t>
            </a:r>
          </a:p>
          <a:p>
            <a:pPr marL="285750" lvl="0" indent="-285750">
              <a:lnSpc>
                <a:spcPct val="100000"/>
              </a:lnSpc>
              <a:buFont typeface="Arial" panose="020B0604020202020204" pitchFamily="34" charset="0"/>
              <a:buChar char="•"/>
            </a:pPr>
            <a:endParaRPr lang="en-US" sz="1500" b="0" dirty="0"/>
          </a:p>
          <a:p>
            <a:pPr marL="285750" lvl="0" indent="-285750">
              <a:lnSpc>
                <a:spcPct val="100000"/>
              </a:lnSpc>
              <a:buFont typeface="Arial" panose="020B0604020202020204" pitchFamily="34" charset="0"/>
              <a:buChar char="•"/>
            </a:pPr>
            <a:r>
              <a:rPr lang="en-US" sz="1500" b="0" dirty="0"/>
              <a:t>This project focuses on developing a simple desktop voice assistant using Python that can understand voice commands and perform basic tasks, making everyday computer usage easier and more user-friendly.</a:t>
            </a:r>
            <a:endParaRPr sz="1500" b="0" dirty="0"/>
          </a:p>
        </p:txBody>
      </p:sp>
      <p:sp>
        <p:nvSpPr>
          <p:cNvPr id="1468" name="Google Shape;1468;p37"/>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469" name="Google Shape;1469;p37"/>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470" name="Google Shape;1470;p37"/>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472" name="Google Shape;1472;p37"/>
          <p:cNvSpPr txBox="1">
            <a:spLocks noGrp="1"/>
          </p:cNvSpPr>
          <p:nvPr>
            <p:ph type="title" idx="5"/>
          </p:nvPr>
        </p:nvSpPr>
        <p:spPr>
          <a:xfrm>
            <a:off x="720002" y="1344775"/>
            <a:ext cx="2100689" cy="640200"/>
          </a:xfrm>
          <a:prstGeom prst="rect">
            <a:avLst/>
          </a:prstGeom>
        </p:spPr>
        <p:txBody>
          <a:bodyPr spcFirstLastPara="1" wrap="square" lIns="91425" tIns="91425" rIns="91425" bIns="91425" anchor="b" anchorCtr="0">
            <a:noAutofit/>
          </a:bodyPr>
          <a:lstStyle/>
          <a:p>
            <a:pPr lvl="0"/>
            <a:r>
              <a:rPr lang="en-US" sz="1400" dirty="0"/>
              <a:t> </a:t>
            </a:r>
          </a:p>
        </p:txBody>
      </p:sp>
      <p:sp>
        <p:nvSpPr>
          <p:cNvPr id="1473" name="Google Shape;1473;p37"/>
          <p:cNvSpPr txBox="1">
            <a:spLocks noGrp="1"/>
          </p:cNvSpPr>
          <p:nvPr>
            <p:ph type="title" idx="6"/>
          </p:nvPr>
        </p:nvSpPr>
        <p:spPr>
          <a:xfrm>
            <a:off x="720003"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474" name="Google Shape;1474;p37"/>
          <p:cNvSpPr txBox="1">
            <a:spLocks noGrp="1"/>
          </p:cNvSpPr>
          <p:nvPr>
            <p:ph type="title" idx="7"/>
          </p:nvPr>
        </p:nvSpPr>
        <p:spPr>
          <a:xfrm>
            <a:off x="4366698"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476" name="Google Shape;1476;p37"/>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3" name="Subtitle 2">
            <a:extLst>
              <a:ext uri="{FF2B5EF4-FFF2-40B4-BE49-F238E27FC236}">
                <a16:creationId xmlns:a16="http://schemas.microsoft.com/office/drawing/2014/main" id="{A1F877FA-863D-46AB-8F99-DC65F37D354A}"/>
              </a:ext>
            </a:extLst>
          </p:cNvPr>
          <p:cNvSpPr>
            <a:spLocks noGrp="1"/>
          </p:cNvSpPr>
          <p:nvPr>
            <p:ph type="subTitle" idx="15"/>
          </p:nvPr>
        </p:nvSpPr>
        <p:spPr/>
        <p:txBody>
          <a:bodyPr/>
          <a:lstStyle/>
          <a:p>
            <a:r>
              <a:rPr lang="en-US" dirty="0"/>
              <a:t> </a:t>
            </a:r>
          </a:p>
        </p:txBody>
      </p:sp>
      <p:sp>
        <p:nvSpPr>
          <p:cNvPr id="7" name="Title 6">
            <a:extLst>
              <a:ext uri="{FF2B5EF4-FFF2-40B4-BE49-F238E27FC236}">
                <a16:creationId xmlns:a16="http://schemas.microsoft.com/office/drawing/2014/main" id="{CDDA762B-664C-4A7E-9D4A-0541DD3A0F03}"/>
              </a:ext>
            </a:extLst>
          </p:cNvPr>
          <p:cNvSpPr>
            <a:spLocks noGrp="1"/>
          </p:cNvSpPr>
          <p:nvPr>
            <p:ph type="title" idx="8"/>
          </p:nvPr>
        </p:nvSpPr>
        <p:spPr/>
        <p:txBody>
          <a:bodyPr/>
          <a:lstStyle/>
          <a:p>
            <a:r>
              <a:rPr lang="en-US" dirty="0"/>
              <a:t> </a:t>
            </a:r>
          </a:p>
        </p:txBody>
      </p:sp>
      <p:sp>
        <p:nvSpPr>
          <p:cNvPr id="9" name="Subtitle 8">
            <a:extLst>
              <a:ext uri="{FF2B5EF4-FFF2-40B4-BE49-F238E27FC236}">
                <a16:creationId xmlns:a16="http://schemas.microsoft.com/office/drawing/2014/main" id="{5BDA9E1C-91AA-43C0-96FC-06F7080C63B0}"/>
              </a:ext>
            </a:extLst>
          </p:cNvPr>
          <p:cNvSpPr>
            <a:spLocks noGrp="1"/>
          </p:cNvSpPr>
          <p:nvPr>
            <p:ph type="subTitle" idx="14"/>
          </p:nvPr>
        </p:nvSpPr>
        <p:spPr/>
        <p:txBody>
          <a:bodyPr/>
          <a:lstStyle/>
          <a:p>
            <a:r>
              <a:rPr lang="en-US" dirty="0"/>
              <a:t> </a:t>
            </a:r>
          </a:p>
        </p:txBody>
      </p:sp>
      <p:sp>
        <p:nvSpPr>
          <p:cNvPr id="10" name="Oval 9">
            <a:extLst>
              <a:ext uri="{FF2B5EF4-FFF2-40B4-BE49-F238E27FC236}">
                <a16:creationId xmlns:a16="http://schemas.microsoft.com/office/drawing/2014/main" id="{8C338413-677B-42FE-9818-7BD05C2AF17E}"/>
              </a:ext>
            </a:extLst>
          </p:cNvPr>
          <p:cNvSpPr/>
          <p:nvPr/>
        </p:nvSpPr>
        <p:spPr>
          <a:xfrm>
            <a:off x="1524000" y="165100"/>
            <a:ext cx="381000" cy="270975"/>
          </a:xfrm>
          <a:prstGeom prst="ellipse">
            <a:avLst/>
          </a:prstGeom>
          <a:solidFill>
            <a:srgbClr val="F5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1530" name="Google Shape;1530;p39"/>
          <p:cNvSpPr txBox="1">
            <a:spLocks noGrp="1"/>
          </p:cNvSpPr>
          <p:nvPr>
            <p:ph type="title"/>
          </p:nvPr>
        </p:nvSpPr>
        <p:spPr>
          <a:xfrm>
            <a:off x="542200" y="36321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OBJECTIVE</a:t>
            </a:r>
            <a:endParaRPr dirty="0"/>
          </a:p>
        </p:txBody>
      </p:sp>
      <p:sp>
        <p:nvSpPr>
          <p:cNvPr id="1531" name="Google Shape;1531;p3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532" name="Google Shape;1532;p39"/>
          <p:cNvSpPr txBox="1">
            <a:spLocks noGrp="1"/>
          </p:cNvSpPr>
          <p:nvPr>
            <p:ph type="subTitle" idx="2"/>
          </p:nvPr>
        </p:nvSpPr>
        <p:spPr>
          <a:xfrm>
            <a:off x="719999" y="1786674"/>
            <a:ext cx="4462799" cy="23456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grpSp>
        <p:nvGrpSpPr>
          <p:cNvPr id="1533" name="Google Shape;1533;p39"/>
          <p:cNvGrpSpPr/>
          <p:nvPr/>
        </p:nvGrpSpPr>
        <p:grpSpPr>
          <a:xfrm>
            <a:off x="-428725" y="4234431"/>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Rectangle 1">
            <a:extLst>
              <a:ext uri="{FF2B5EF4-FFF2-40B4-BE49-F238E27FC236}">
                <a16:creationId xmlns:a16="http://schemas.microsoft.com/office/drawing/2014/main" id="{D6952737-87EA-4A3A-85A7-D4CC36D0BA9B}"/>
              </a:ext>
            </a:extLst>
          </p:cNvPr>
          <p:cNvSpPr>
            <a:spLocks noChangeArrowheads="1"/>
          </p:cNvSpPr>
          <p:nvPr/>
        </p:nvSpPr>
        <p:spPr bwMode="auto">
          <a:xfrm>
            <a:off x="745541" y="1168864"/>
            <a:ext cx="4739049" cy="3006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IBM Plex Mono" panose="020B0604020202020204" charset="0"/>
              </a:rPr>
              <a:t>To design and develop a voice-controlled assistant using Python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IBM Plex Mono" panose="020B0604020202020204" charset="0"/>
              </a:rPr>
              <a:t>To understand speech-to-text  and text-to-speech technologies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IBM Plex Mono" panose="020B0604020202020204" charset="0"/>
              </a:rPr>
              <a:t>To automate basic desktop operations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IBM Plex Mono" panose="020B0604020202020204" charset="0"/>
              </a:rPr>
              <a:t>To provide a user-friendly and beginner-level voice assistant</a:t>
            </a:r>
          </a:p>
        </p:txBody>
      </p:sp>
      <p:pic>
        <p:nvPicPr>
          <p:cNvPr id="1027" name="Picture 3">
            <a:extLst>
              <a:ext uri="{FF2B5EF4-FFF2-40B4-BE49-F238E27FC236}">
                <a16:creationId xmlns:a16="http://schemas.microsoft.com/office/drawing/2014/main" id="{22CD5F87-759E-4571-8568-9CDC12DFDA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2798" y="1402635"/>
            <a:ext cx="3859824" cy="23382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3"/>
        <p:cNvGrpSpPr/>
        <p:nvPr/>
      </p:nvGrpSpPr>
      <p:grpSpPr>
        <a:xfrm>
          <a:off x="0" y="0"/>
          <a:ext cx="0" cy="0"/>
          <a:chOff x="0" y="0"/>
          <a:chExt cx="0" cy="0"/>
        </a:xfrm>
      </p:grpSpPr>
      <p:sp>
        <p:nvSpPr>
          <p:cNvPr id="1634" name="Google Shape;1634;p41"/>
          <p:cNvSpPr txBox="1">
            <a:spLocks noGrp="1"/>
          </p:cNvSpPr>
          <p:nvPr>
            <p:ph type="title"/>
          </p:nvPr>
        </p:nvSpPr>
        <p:spPr>
          <a:xfrm>
            <a:off x="842664" y="806176"/>
            <a:ext cx="7704000" cy="572700"/>
          </a:xfrm>
          <a:prstGeom prst="rect">
            <a:avLst/>
          </a:prstGeom>
        </p:spPr>
        <p:txBody>
          <a:bodyPr spcFirstLastPara="1" wrap="square" lIns="91425" tIns="91425" rIns="91425" bIns="91425" anchor="t" anchorCtr="0">
            <a:noAutofit/>
          </a:bodyPr>
          <a:lstStyle/>
          <a:p>
            <a:pPr lvl="0"/>
            <a:r>
              <a:rPr lang="en-US" dirty="0"/>
              <a:t>EXISTING SYSTEM</a:t>
            </a:r>
          </a:p>
        </p:txBody>
      </p:sp>
      <p:sp>
        <p:nvSpPr>
          <p:cNvPr id="2" name="Subtitle 1">
            <a:extLst>
              <a:ext uri="{FF2B5EF4-FFF2-40B4-BE49-F238E27FC236}">
                <a16:creationId xmlns:a16="http://schemas.microsoft.com/office/drawing/2014/main" id="{AA8009A7-8301-4699-B453-0B03FA4AA25D}"/>
              </a:ext>
            </a:extLst>
          </p:cNvPr>
          <p:cNvSpPr>
            <a:spLocks noGrp="1" noChangeArrowheads="1"/>
          </p:cNvSpPr>
          <p:nvPr>
            <p:ph type="subTitle" idx="2"/>
          </p:nvPr>
        </p:nvSpPr>
        <p:spPr bwMode="auto">
          <a:xfrm>
            <a:off x="987629" y="1446332"/>
            <a:ext cx="669556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Users interact with systems using keyboard and mouse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Manual searching and navigation is time-consuming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No voice-based automation in basic desktop systems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Existing assistants are complex and require high resources</a:t>
            </a:r>
          </a:p>
        </p:txBody>
      </p:sp>
      <p:sp>
        <p:nvSpPr>
          <p:cNvPr id="4" name="Subtitle 3">
            <a:extLst>
              <a:ext uri="{FF2B5EF4-FFF2-40B4-BE49-F238E27FC236}">
                <a16:creationId xmlns:a16="http://schemas.microsoft.com/office/drawing/2014/main" id="{82BF75CB-E89A-46BC-8612-600ECF43EF7F}"/>
              </a:ext>
            </a:extLst>
          </p:cNvPr>
          <p:cNvSpPr>
            <a:spLocks noGrp="1"/>
          </p:cNvSpPr>
          <p:nvPr>
            <p:ph type="subTitle" idx="4"/>
          </p:nvPr>
        </p:nvSpPr>
        <p:spPr/>
        <p:txBody>
          <a:bodyPr/>
          <a:lstStyle/>
          <a:p>
            <a:r>
              <a:rPr lang="en-US" dirty="0"/>
              <a:t> </a:t>
            </a:r>
          </a:p>
        </p:txBody>
      </p:sp>
      <p:sp>
        <p:nvSpPr>
          <p:cNvPr id="6" name="Subtitle 5">
            <a:extLst>
              <a:ext uri="{FF2B5EF4-FFF2-40B4-BE49-F238E27FC236}">
                <a16:creationId xmlns:a16="http://schemas.microsoft.com/office/drawing/2014/main" id="{BFBDA144-47D0-4AF1-8349-B0825B63862C}"/>
              </a:ext>
            </a:extLst>
          </p:cNvPr>
          <p:cNvSpPr>
            <a:spLocks noGrp="1"/>
          </p:cNvSpPr>
          <p:nvPr>
            <p:ph type="subTitle" idx="3"/>
          </p:nvPr>
        </p:nvSpPr>
        <p:spPr/>
        <p:txBody>
          <a:bodyPr/>
          <a:lstStyle/>
          <a:p>
            <a:r>
              <a:rPr lang="en-US" dirty="0"/>
              <a:t> </a:t>
            </a:r>
          </a:p>
        </p:txBody>
      </p:sp>
      <p:sp>
        <p:nvSpPr>
          <p:cNvPr id="8" name="Subtitle 7">
            <a:extLst>
              <a:ext uri="{FF2B5EF4-FFF2-40B4-BE49-F238E27FC236}">
                <a16:creationId xmlns:a16="http://schemas.microsoft.com/office/drawing/2014/main" id="{C3533B3E-70CC-49BD-96B9-C8C14336DCA1}"/>
              </a:ext>
            </a:extLst>
          </p:cNvPr>
          <p:cNvSpPr>
            <a:spLocks noGrp="1"/>
          </p:cNvSpPr>
          <p:nvPr>
            <p:ph type="subTitle" idx="1"/>
          </p:nvPr>
        </p:nvSpPr>
        <p:spPr/>
        <p:txBody>
          <a:bodyPr/>
          <a:lstStyle/>
          <a:p>
            <a:r>
              <a:rPr lang="en-US"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5"/>
        <p:cNvGrpSpPr/>
        <p:nvPr/>
      </p:nvGrpSpPr>
      <p:grpSpPr>
        <a:xfrm>
          <a:off x="0" y="0"/>
          <a:ext cx="0" cy="0"/>
          <a:chOff x="0" y="0"/>
          <a:chExt cx="0" cy="0"/>
        </a:xfrm>
      </p:grpSpPr>
      <p:sp>
        <p:nvSpPr>
          <p:cNvPr id="1666" name="Google Shape;1666;p42"/>
          <p:cNvSpPr txBox="1">
            <a:spLocks noGrp="1"/>
          </p:cNvSpPr>
          <p:nvPr>
            <p:ph type="title"/>
          </p:nvPr>
        </p:nvSpPr>
        <p:spPr>
          <a:xfrm>
            <a:off x="720000" y="326431"/>
            <a:ext cx="7704000" cy="572700"/>
          </a:xfrm>
          <a:prstGeom prst="rect">
            <a:avLst/>
          </a:prstGeom>
        </p:spPr>
        <p:txBody>
          <a:bodyPr spcFirstLastPara="1" wrap="square" lIns="91425" tIns="91425" rIns="91425" bIns="91425" anchor="t" anchorCtr="0">
            <a:noAutofit/>
          </a:bodyPr>
          <a:lstStyle/>
          <a:p>
            <a:pPr lvl="0"/>
            <a:r>
              <a:rPr lang="en-US" dirty="0"/>
              <a:t>PROPOSED SYSTEM</a:t>
            </a:r>
          </a:p>
        </p:txBody>
      </p:sp>
      <p:sp>
        <p:nvSpPr>
          <p:cNvPr id="1670" name="Google Shape;1670;p42"/>
          <p:cNvSpPr txBox="1">
            <a:spLocks noGrp="1"/>
          </p:cNvSpPr>
          <p:nvPr>
            <p:ph type="subTitle" idx="3"/>
          </p:nvPr>
        </p:nvSpPr>
        <p:spPr>
          <a:xfrm>
            <a:off x="6448975" y="2649975"/>
            <a:ext cx="1981800" cy="108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4" name="Subtitle 3">
            <a:extLst>
              <a:ext uri="{FF2B5EF4-FFF2-40B4-BE49-F238E27FC236}">
                <a16:creationId xmlns:a16="http://schemas.microsoft.com/office/drawing/2014/main" id="{A82785E2-10F9-456D-948C-6D2B5B7B5B92}"/>
              </a:ext>
            </a:extLst>
          </p:cNvPr>
          <p:cNvSpPr>
            <a:spLocks noGrp="1"/>
          </p:cNvSpPr>
          <p:nvPr>
            <p:ph type="subTitle" idx="1"/>
          </p:nvPr>
        </p:nvSpPr>
        <p:spPr>
          <a:xfrm>
            <a:off x="6212730" y="4917225"/>
            <a:ext cx="1981800" cy="1088100"/>
          </a:xfrm>
        </p:spPr>
        <p:txBody>
          <a:bodyPr/>
          <a:lstStyle/>
          <a:p>
            <a:r>
              <a:rPr lang="en-US" dirty="0"/>
              <a:t> </a:t>
            </a:r>
          </a:p>
        </p:txBody>
      </p:sp>
      <p:sp>
        <p:nvSpPr>
          <p:cNvPr id="6" name="Subtitle 5">
            <a:extLst>
              <a:ext uri="{FF2B5EF4-FFF2-40B4-BE49-F238E27FC236}">
                <a16:creationId xmlns:a16="http://schemas.microsoft.com/office/drawing/2014/main" id="{4BD9D2BE-048B-4FBB-BE7E-83862145C54A}"/>
              </a:ext>
            </a:extLst>
          </p:cNvPr>
          <p:cNvSpPr>
            <a:spLocks noGrp="1"/>
          </p:cNvSpPr>
          <p:nvPr>
            <p:ph type="subTitle" idx="2"/>
          </p:nvPr>
        </p:nvSpPr>
        <p:spPr/>
        <p:txBody>
          <a:bodyPr/>
          <a:lstStyle/>
          <a:p>
            <a:r>
              <a:rPr lang="en-US" dirty="0"/>
              <a:t> </a:t>
            </a:r>
          </a:p>
        </p:txBody>
      </p:sp>
      <p:sp>
        <p:nvSpPr>
          <p:cNvPr id="12" name="Subtitle 11">
            <a:extLst>
              <a:ext uri="{FF2B5EF4-FFF2-40B4-BE49-F238E27FC236}">
                <a16:creationId xmlns:a16="http://schemas.microsoft.com/office/drawing/2014/main" id="{C35C0991-27EB-4A7D-8FF1-F78E73DA1220}"/>
              </a:ext>
            </a:extLst>
          </p:cNvPr>
          <p:cNvSpPr>
            <a:spLocks noGrp="1"/>
          </p:cNvSpPr>
          <p:nvPr>
            <p:ph type="subTitle" idx="6"/>
          </p:nvPr>
        </p:nvSpPr>
        <p:spPr/>
        <p:txBody>
          <a:bodyPr/>
          <a:lstStyle/>
          <a:p>
            <a:r>
              <a:rPr lang="en-US" dirty="0"/>
              <a:t> </a:t>
            </a:r>
          </a:p>
        </p:txBody>
      </p:sp>
      <p:sp>
        <p:nvSpPr>
          <p:cNvPr id="13" name="Rectangle 1">
            <a:extLst>
              <a:ext uri="{FF2B5EF4-FFF2-40B4-BE49-F238E27FC236}">
                <a16:creationId xmlns:a16="http://schemas.microsoft.com/office/drawing/2014/main" id="{A66FC7D9-F0AD-4663-BA6E-6208DD2AD288}"/>
              </a:ext>
            </a:extLst>
          </p:cNvPr>
          <p:cNvSpPr>
            <a:spLocks noChangeArrowheads="1"/>
          </p:cNvSpPr>
          <p:nvPr/>
        </p:nvSpPr>
        <p:spPr bwMode="auto">
          <a:xfrm>
            <a:off x="956235" y="759431"/>
            <a:ext cx="4610046" cy="418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IBM Plex Mono" panose="020B0604020202020204" charset="0"/>
              </a:rPr>
              <a:t>A simple Python-based voice assistant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IBM Plex Mono" panose="020B0604020202020204" charset="0"/>
              </a:rPr>
              <a:t>Accepts voice input through microphone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IBM Plex Mono" panose="020B0604020202020204" charset="0"/>
              </a:rPr>
              <a:t>Converts speech into text and processes commands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IBM Plex Mono" panose="020B0604020202020204" charset="0"/>
              </a:rPr>
              <a:t>Executes tasks automatically and responds using voice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IBM Plex Mono" panose="020B0604020202020204" charset="0"/>
              </a:rPr>
              <a:t>Lightweight, cost-effective, and easy to use</a:t>
            </a:r>
          </a:p>
        </p:txBody>
      </p:sp>
      <p:pic>
        <p:nvPicPr>
          <p:cNvPr id="3077" name="Picture 5">
            <a:extLst>
              <a:ext uri="{FF2B5EF4-FFF2-40B4-BE49-F238E27FC236}">
                <a16:creationId xmlns:a16="http://schemas.microsoft.com/office/drawing/2014/main" id="{B6F5A70A-3B11-44EC-B743-DC9A2E50ED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8433" y="1426012"/>
            <a:ext cx="3800475" cy="2600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1"/>
        <p:cNvGrpSpPr/>
        <p:nvPr/>
      </p:nvGrpSpPr>
      <p:grpSpPr>
        <a:xfrm>
          <a:off x="0" y="0"/>
          <a:ext cx="0" cy="0"/>
          <a:chOff x="0" y="0"/>
          <a:chExt cx="0" cy="0"/>
        </a:xfrm>
      </p:grpSpPr>
      <p:sp>
        <p:nvSpPr>
          <p:cNvPr id="1734" name="Google Shape;1734;p43"/>
          <p:cNvSpPr txBox="1">
            <a:spLocks noGrp="1"/>
          </p:cNvSpPr>
          <p:nvPr>
            <p:ph type="title"/>
          </p:nvPr>
        </p:nvSpPr>
        <p:spPr>
          <a:xfrm>
            <a:off x="720000" y="266347"/>
            <a:ext cx="7704000" cy="572700"/>
          </a:xfrm>
          <a:prstGeom prst="rect">
            <a:avLst/>
          </a:prstGeom>
        </p:spPr>
        <p:txBody>
          <a:bodyPr spcFirstLastPara="1" wrap="square" lIns="91425" tIns="91425" rIns="91425" bIns="91425" anchor="t" anchorCtr="0">
            <a:noAutofit/>
          </a:bodyPr>
          <a:lstStyle/>
          <a:p>
            <a:pPr lvl="0" algn="l"/>
            <a:r>
              <a:rPr lang="en-US" dirty="0"/>
              <a:t>LITERATURE REVIEW</a:t>
            </a:r>
          </a:p>
        </p:txBody>
      </p:sp>
      <p:sp>
        <p:nvSpPr>
          <p:cNvPr id="3" name="Subtitle 2">
            <a:extLst>
              <a:ext uri="{FF2B5EF4-FFF2-40B4-BE49-F238E27FC236}">
                <a16:creationId xmlns:a16="http://schemas.microsoft.com/office/drawing/2014/main" id="{E815A73F-2E48-4024-B93A-FE105F699B30}"/>
              </a:ext>
            </a:extLst>
          </p:cNvPr>
          <p:cNvSpPr>
            <a:spLocks noGrp="1"/>
          </p:cNvSpPr>
          <p:nvPr>
            <p:ph type="subTitle" idx="5"/>
          </p:nvPr>
        </p:nvSpPr>
        <p:spPr/>
        <p:txBody>
          <a:bodyPr/>
          <a:lstStyle/>
          <a:p>
            <a:r>
              <a:rPr lang="en-US" dirty="0"/>
              <a:t> </a:t>
            </a:r>
          </a:p>
        </p:txBody>
      </p:sp>
      <p:sp>
        <p:nvSpPr>
          <p:cNvPr id="5" name="Subtitle 4">
            <a:extLst>
              <a:ext uri="{FF2B5EF4-FFF2-40B4-BE49-F238E27FC236}">
                <a16:creationId xmlns:a16="http://schemas.microsoft.com/office/drawing/2014/main" id="{70A7D5E3-BA72-4F52-AD2C-1858DD782322}"/>
              </a:ext>
            </a:extLst>
          </p:cNvPr>
          <p:cNvSpPr>
            <a:spLocks noGrp="1"/>
          </p:cNvSpPr>
          <p:nvPr>
            <p:ph type="subTitle" idx="3"/>
          </p:nvPr>
        </p:nvSpPr>
        <p:spPr/>
        <p:txBody>
          <a:bodyPr/>
          <a:lstStyle/>
          <a:p>
            <a:r>
              <a:rPr lang="en-US" dirty="0"/>
              <a:t> </a:t>
            </a:r>
          </a:p>
        </p:txBody>
      </p:sp>
      <p:sp>
        <p:nvSpPr>
          <p:cNvPr id="7" name="Subtitle 6">
            <a:extLst>
              <a:ext uri="{FF2B5EF4-FFF2-40B4-BE49-F238E27FC236}">
                <a16:creationId xmlns:a16="http://schemas.microsoft.com/office/drawing/2014/main" id="{AFA06A44-8449-4A48-B2BE-C703A4718744}"/>
              </a:ext>
            </a:extLst>
          </p:cNvPr>
          <p:cNvSpPr>
            <a:spLocks noGrp="1"/>
          </p:cNvSpPr>
          <p:nvPr>
            <p:ph type="subTitle" idx="7"/>
          </p:nvPr>
        </p:nvSpPr>
        <p:spPr/>
        <p:txBody>
          <a:bodyPr/>
          <a:lstStyle/>
          <a:p>
            <a:r>
              <a:rPr lang="en-US" dirty="0"/>
              <a:t> </a:t>
            </a:r>
          </a:p>
        </p:txBody>
      </p:sp>
      <p:sp>
        <p:nvSpPr>
          <p:cNvPr id="9" name="Subtitle 8">
            <a:extLst>
              <a:ext uri="{FF2B5EF4-FFF2-40B4-BE49-F238E27FC236}">
                <a16:creationId xmlns:a16="http://schemas.microsoft.com/office/drawing/2014/main" id="{0EEEE35A-6172-4033-B03F-45DB8F28FA60}"/>
              </a:ext>
            </a:extLst>
          </p:cNvPr>
          <p:cNvSpPr>
            <a:spLocks noGrp="1"/>
          </p:cNvSpPr>
          <p:nvPr>
            <p:ph type="subTitle" idx="1"/>
          </p:nvPr>
        </p:nvSpPr>
        <p:spPr>
          <a:xfrm flipV="1">
            <a:off x="1804750" y="1889499"/>
            <a:ext cx="2102100" cy="45719"/>
          </a:xfrm>
        </p:spPr>
        <p:txBody>
          <a:bodyPr/>
          <a:lstStyle/>
          <a:p>
            <a:r>
              <a:rPr lang="en-US" dirty="0"/>
              <a:t> </a:t>
            </a:r>
          </a:p>
        </p:txBody>
      </p:sp>
      <p:sp>
        <p:nvSpPr>
          <p:cNvPr id="11" name="Subtitle 10">
            <a:extLst>
              <a:ext uri="{FF2B5EF4-FFF2-40B4-BE49-F238E27FC236}">
                <a16:creationId xmlns:a16="http://schemas.microsoft.com/office/drawing/2014/main" id="{1D4BC0C5-181C-4610-AE4A-965BE39DF5DB}"/>
              </a:ext>
            </a:extLst>
          </p:cNvPr>
          <p:cNvSpPr>
            <a:spLocks noGrp="1"/>
          </p:cNvSpPr>
          <p:nvPr>
            <p:ph type="subTitle" idx="2"/>
          </p:nvPr>
        </p:nvSpPr>
        <p:spPr/>
        <p:txBody>
          <a:bodyPr/>
          <a:lstStyle/>
          <a:p>
            <a:r>
              <a:rPr lang="en-US" dirty="0"/>
              <a:t> </a:t>
            </a:r>
          </a:p>
        </p:txBody>
      </p:sp>
      <p:sp>
        <p:nvSpPr>
          <p:cNvPr id="13" name="Subtitle 12">
            <a:extLst>
              <a:ext uri="{FF2B5EF4-FFF2-40B4-BE49-F238E27FC236}">
                <a16:creationId xmlns:a16="http://schemas.microsoft.com/office/drawing/2014/main" id="{7C980F42-C4F3-4839-8E2B-C3AEFC3C5E4F}"/>
              </a:ext>
            </a:extLst>
          </p:cNvPr>
          <p:cNvSpPr>
            <a:spLocks noGrp="1"/>
          </p:cNvSpPr>
          <p:nvPr>
            <p:ph type="subTitle" idx="8"/>
          </p:nvPr>
        </p:nvSpPr>
        <p:spPr/>
        <p:txBody>
          <a:bodyPr/>
          <a:lstStyle/>
          <a:p>
            <a:r>
              <a:rPr lang="en-US" dirty="0"/>
              <a:t> </a:t>
            </a:r>
          </a:p>
        </p:txBody>
      </p:sp>
      <p:sp>
        <p:nvSpPr>
          <p:cNvPr id="15" name="Subtitle 14">
            <a:extLst>
              <a:ext uri="{FF2B5EF4-FFF2-40B4-BE49-F238E27FC236}">
                <a16:creationId xmlns:a16="http://schemas.microsoft.com/office/drawing/2014/main" id="{523A81C3-DC5B-4832-85DC-DBAB21E40F18}"/>
              </a:ext>
            </a:extLst>
          </p:cNvPr>
          <p:cNvSpPr>
            <a:spLocks noGrp="1"/>
          </p:cNvSpPr>
          <p:nvPr>
            <p:ph type="subTitle" idx="6"/>
          </p:nvPr>
        </p:nvSpPr>
        <p:spPr/>
        <p:txBody>
          <a:bodyPr/>
          <a:lstStyle/>
          <a:p>
            <a:r>
              <a:rPr lang="en-US" dirty="0"/>
              <a:t> </a:t>
            </a:r>
          </a:p>
        </p:txBody>
      </p:sp>
      <p:sp>
        <p:nvSpPr>
          <p:cNvPr id="17" name="Subtitle 16">
            <a:extLst>
              <a:ext uri="{FF2B5EF4-FFF2-40B4-BE49-F238E27FC236}">
                <a16:creationId xmlns:a16="http://schemas.microsoft.com/office/drawing/2014/main" id="{358F9B6D-0C5D-4148-AB1E-62C99D449730}"/>
              </a:ext>
            </a:extLst>
          </p:cNvPr>
          <p:cNvSpPr>
            <a:spLocks noGrp="1"/>
          </p:cNvSpPr>
          <p:nvPr>
            <p:ph type="subTitle" idx="4"/>
          </p:nvPr>
        </p:nvSpPr>
        <p:spPr/>
        <p:txBody>
          <a:bodyPr/>
          <a:lstStyle/>
          <a:p>
            <a:r>
              <a:rPr lang="en-US" dirty="0"/>
              <a:t> </a:t>
            </a:r>
          </a:p>
        </p:txBody>
      </p:sp>
      <p:sp>
        <p:nvSpPr>
          <p:cNvPr id="18" name="Rectangle 1">
            <a:extLst>
              <a:ext uri="{FF2B5EF4-FFF2-40B4-BE49-F238E27FC236}">
                <a16:creationId xmlns:a16="http://schemas.microsoft.com/office/drawing/2014/main" id="{62C63E05-35BC-4512-ABDC-251AAD14F7D3}"/>
              </a:ext>
            </a:extLst>
          </p:cNvPr>
          <p:cNvSpPr>
            <a:spLocks noChangeArrowheads="1"/>
          </p:cNvSpPr>
          <p:nvPr/>
        </p:nvSpPr>
        <p:spPr bwMode="auto">
          <a:xfrm>
            <a:off x="871504" y="916726"/>
            <a:ext cx="7758850" cy="3468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Voice assistants use speech recognition and natural language processing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Previous systems like Siri and Alexa are cloud-based and complex</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Python provides libraries for easy speech processing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Research shows voice-based systems improve accessibility and efficiency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58"/>
        <p:cNvGrpSpPr/>
        <p:nvPr/>
      </p:nvGrpSpPr>
      <p:grpSpPr>
        <a:xfrm>
          <a:off x="0" y="0"/>
          <a:ext cx="0" cy="0"/>
          <a:chOff x="0" y="0"/>
          <a:chExt cx="0" cy="0"/>
        </a:xfrm>
      </p:grpSpPr>
      <p:sp>
        <p:nvSpPr>
          <p:cNvPr id="3159" name="Google Shape;3159;p67"/>
          <p:cNvSpPr txBox="1">
            <a:spLocks noGrp="1"/>
          </p:cNvSpPr>
          <p:nvPr>
            <p:ph type="title"/>
          </p:nvPr>
        </p:nvSpPr>
        <p:spPr>
          <a:xfrm>
            <a:off x="720000" y="560757"/>
            <a:ext cx="7704000" cy="1093319"/>
          </a:xfrm>
          <a:prstGeom prst="rect">
            <a:avLst/>
          </a:prstGeom>
        </p:spPr>
        <p:txBody>
          <a:bodyPr spcFirstLastPara="1" wrap="square" lIns="91425" tIns="91425" rIns="91425" bIns="91425" anchor="t" anchorCtr="0">
            <a:noAutofit/>
          </a:bodyPr>
          <a:lstStyle/>
          <a:p>
            <a:pPr lvl="0"/>
            <a:r>
              <a:rPr lang="en-US" dirty="0"/>
              <a:t>SOFTWARE AND HARDWARE REQUIREMENTS</a:t>
            </a:r>
          </a:p>
        </p:txBody>
      </p:sp>
      <p:graphicFrame>
        <p:nvGraphicFramePr>
          <p:cNvPr id="2" name="Table 1">
            <a:extLst>
              <a:ext uri="{FF2B5EF4-FFF2-40B4-BE49-F238E27FC236}">
                <a16:creationId xmlns:a16="http://schemas.microsoft.com/office/drawing/2014/main" id="{623F842F-B8A9-4823-B7BA-83AD8E325C2D}"/>
              </a:ext>
            </a:extLst>
          </p:cNvPr>
          <p:cNvGraphicFramePr>
            <a:graphicFrameLocks noGrp="1"/>
          </p:cNvGraphicFramePr>
          <p:nvPr>
            <p:extLst>
              <p:ext uri="{D42A27DB-BD31-4B8C-83A1-F6EECF244321}">
                <p14:modId xmlns:p14="http://schemas.microsoft.com/office/powerpoint/2010/main" val="3208608823"/>
              </p:ext>
            </p:extLst>
          </p:nvPr>
        </p:nvGraphicFramePr>
        <p:xfrm>
          <a:off x="1032286" y="2069565"/>
          <a:ext cx="7251552" cy="2712720"/>
        </p:xfrm>
        <a:graphic>
          <a:graphicData uri="http://schemas.openxmlformats.org/drawingml/2006/table">
            <a:tbl>
              <a:tblPr firstRow="1" bandRow="1">
                <a:tableStyleId>{463D0A7B-9537-4148-99B5-E1F1B9B250F7}</a:tableStyleId>
              </a:tblPr>
              <a:tblGrid>
                <a:gridCol w="3615467">
                  <a:extLst>
                    <a:ext uri="{9D8B030D-6E8A-4147-A177-3AD203B41FA5}">
                      <a16:colId xmlns:a16="http://schemas.microsoft.com/office/drawing/2014/main" val="794824227"/>
                    </a:ext>
                  </a:extLst>
                </a:gridCol>
                <a:gridCol w="3636085">
                  <a:extLst>
                    <a:ext uri="{9D8B030D-6E8A-4147-A177-3AD203B41FA5}">
                      <a16:colId xmlns:a16="http://schemas.microsoft.com/office/drawing/2014/main" val="4148188379"/>
                    </a:ext>
                  </a:extLst>
                </a:gridCol>
              </a:tblGrid>
              <a:tr h="2550595">
                <a:tc>
                  <a:txBody>
                    <a:bodyPr/>
                    <a:lstStyle/>
                    <a:p>
                      <a:pPr marL="152400" indent="0">
                        <a:buNone/>
                      </a:pPr>
                      <a:r>
                        <a:rPr lang="en-US" sz="1800" b="1" dirty="0">
                          <a:latin typeface="IBM Plex Mono" panose="020B0604020202020204" charset="0"/>
                        </a:rPr>
                        <a:t>Software Requirements</a:t>
                      </a:r>
                    </a:p>
                    <a:p>
                      <a:pPr marL="152400" indent="0">
                        <a:buNone/>
                      </a:pPr>
                      <a:endParaRPr lang="en-US" sz="1400" b="1" dirty="0">
                        <a:latin typeface="IBM Plex Mono" panose="020B0604020202020204" charset="0"/>
                      </a:endParaRPr>
                    </a:p>
                    <a:p>
                      <a:pPr marL="285750" indent="-285750">
                        <a:lnSpc>
                          <a:spcPct val="150000"/>
                        </a:lnSpc>
                        <a:buFont typeface="Arial" panose="020B0604020202020204" pitchFamily="34" charset="0"/>
                        <a:buChar char="•"/>
                      </a:pPr>
                      <a:r>
                        <a:rPr lang="en-US" sz="1400" i="1" dirty="0">
                          <a:latin typeface="IBM Plex Mono" panose="020B0604020202020204" charset="0"/>
                        </a:rPr>
                        <a:t>Operating System</a:t>
                      </a:r>
                      <a:r>
                        <a:rPr lang="en-US" sz="1400" dirty="0">
                          <a:latin typeface="IBM Plex Mono" panose="020B0604020202020204" charset="0"/>
                        </a:rPr>
                        <a:t>: Windows</a:t>
                      </a:r>
                    </a:p>
                    <a:p>
                      <a:pPr marL="285750" indent="-285750">
                        <a:lnSpc>
                          <a:spcPct val="150000"/>
                        </a:lnSpc>
                        <a:buFont typeface="Arial" panose="020B0604020202020204" pitchFamily="34" charset="0"/>
                        <a:buChar char="•"/>
                      </a:pPr>
                      <a:r>
                        <a:rPr lang="en-US" sz="1400" i="1" dirty="0">
                          <a:latin typeface="IBM Plex Mono" panose="020B0604020202020204" charset="0"/>
                        </a:rPr>
                        <a:t>Programming Language</a:t>
                      </a:r>
                      <a:r>
                        <a:rPr lang="en-US" sz="1400" dirty="0">
                          <a:latin typeface="IBM Plex Mono" panose="020B0604020202020204" charset="0"/>
                        </a:rPr>
                        <a:t>: Python</a:t>
                      </a:r>
                    </a:p>
                    <a:p>
                      <a:pPr marL="285750" indent="-285750">
                        <a:lnSpc>
                          <a:spcPct val="150000"/>
                        </a:lnSpc>
                        <a:buFont typeface="Arial" panose="020B0604020202020204" pitchFamily="34" charset="0"/>
                        <a:buChar char="•"/>
                      </a:pPr>
                      <a:r>
                        <a:rPr lang="en-US" sz="1400" i="1" dirty="0">
                          <a:latin typeface="IBM Plex Mono" panose="020B0604020202020204" charset="0"/>
                        </a:rPr>
                        <a:t>Libraries</a:t>
                      </a:r>
                      <a:r>
                        <a:rPr lang="en-US" sz="1400" dirty="0">
                          <a:latin typeface="IBM Plex Mono" panose="020B0604020202020204" charset="0"/>
                        </a:rPr>
                        <a:t>: pyttsx3 , Speech                       </a:t>
                      </a:r>
                    </a:p>
                    <a:p>
                      <a:pPr marL="0" indent="0">
                        <a:lnSpc>
                          <a:spcPct val="150000"/>
                        </a:lnSpc>
                        <a:buFont typeface="Arial" panose="020B0604020202020204" pitchFamily="34" charset="0"/>
                        <a:buNone/>
                      </a:pPr>
                      <a:r>
                        <a:rPr lang="en-US" sz="1400" dirty="0">
                          <a:latin typeface="IBM Plex Mono" panose="020B0604020202020204" charset="0"/>
                        </a:rPr>
                        <a:t>     Recognition, Wikipedia  </a:t>
                      </a:r>
                    </a:p>
                    <a:p>
                      <a:pPr marL="285750" indent="-285750">
                        <a:lnSpc>
                          <a:spcPct val="150000"/>
                        </a:lnSpc>
                        <a:buFont typeface="Arial" panose="020B0604020202020204" pitchFamily="34" charset="0"/>
                        <a:buChar char="•"/>
                      </a:pPr>
                      <a:r>
                        <a:rPr lang="en-US" sz="1400" i="1" dirty="0">
                          <a:latin typeface="IBM Plex Mono" panose="020B0604020202020204" charset="0"/>
                        </a:rPr>
                        <a:t>IDE</a:t>
                      </a:r>
                      <a:r>
                        <a:rPr lang="en-US" sz="1400" dirty="0">
                          <a:latin typeface="IBM Plex Mono" panose="020B0604020202020204" charset="0"/>
                        </a:rPr>
                        <a:t>: VS Code </a:t>
                      </a:r>
                    </a:p>
                    <a:p>
                      <a:pPr marL="0" lvl="0" indent="0" algn="l" rtl="0">
                        <a:spcBef>
                          <a:spcPts val="0"/>
                        </a:spcBef>
                        <a:spcAft>
                          <a:spcPts val="0"/>
                        </a:spcAft>
                        <a:buNone/>
                      </a:pPr>
                      <a:endParaRPr lang="en-US" sz="1400" dirty="0">
                        <a:solidFill>
                          <a:schemeClr val="dk1"/>
                        </a:solidFill>
                        <a:latin typeface="IBM Plex Mono" panose="020B0604020202020204" charset="0"/>
                      </a:endParaRP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52400" indent="0">
                        <a:buNone/>
                      </a:pPr>
                      <a:r>
                        <a:rPr lang="en-US" sz="1800" b="1" dirty="0">
                          <a:latin typeface="IBM Plex Mono" panose="020B0604020202020204" charset="0"/>
                        </a:rPr>
                        <a:t>Hardware Requirements</a:t>
                      </a:r>
                    </a:p>
                    <a:p>
                      <a:pPr marL="152400" indent="0">
                        <a:buNone/>
                      </a:pPr>
                      <a:endParaRPr lang="en-US" b="1" dirty="0">
                        <a:latin typeface="IBM Plex Mono" panose="020B0604020202020204" charset="0"/>
                      </a:endParaRPr>
                    </a:p>
                    <a:p>
                      <a:pPr marL="285750" indent="-285750">
                        <a:lnSpc>
                          <a:spcPct val="200000"/>
                        </a:lnSpc>
                        <a:buFont typeface="Arial" panose="020B0604020202020204" pitchFamily="34" charset="0"/>
                        <a:buChar char="•"/>
                      </a:pPr>
                      <a:r>
                        <a:rPr lang="en-US" dirty="0">
                          <a:latin typeface="IBM Plex Mono" panose="020B0604020202020204" charset="0"/>
                        </a:rPr>
                        <a:t>Computer or Laptop</a:t>
                      </a:r>
                    </a:p>
                    <a:p>
                      <a:pPr marL="285750" indent="-285750">
                        <a:lnSpc>
                          <a:spcPct val="200000"/>
                        </a:lnSpc>
                        <a:buFont typeface="Arial" panose="020B0604020202020204" pitchFamily="34" charset="0"/>
                        <a:buChar char="•"/>
                      </a:pPr>
                      <a:r>
                        <a:rPr lang="en-US" dirty="0">
                          <a:latin typeface="IBM Plex Mono" panose="020B0604020202020204" charset="0"/>
                        </a:rPr>
                        <a:t>Microphone or Headset</a:t>
                      </a:r>
                    </a:p>
                    <a:p>
                      <a:pPr marL="285750" indent="-285750">
                        <a:lnSpc>
                          <a:spcPct val="200000"/>
                        </a:lnSpc>
                        <a:buFont typeface="Arial" panose="020B0604020202020204" pitchFamily="34" charset="0"/>
                        <a:buChar char="•"/>
                      </a:pPr>
                      <a:r>
                        <a:rPr lang="en-US" dirty="0">
                          <a:latin typeface="IBM Plex Mono" panose="020B0604020202020204" charset="0"/>
                        </a:rPr>
                        <a:t>Internet connection </a:t>
                      </a:r>
                    </a:p>
                    <a:p>
                      <a:pPr marL="0" indent="0">
                        <a:lnSpc>
                          <a:spcPct val="200000"/>
                        </a:lnSpc>
                        <a:buFont typeface="Arial" panose="020B0604020202020204" pitchFamily="34" charset="0"/>
                        <a:buNone/>
                      </a:pPr>
                      <a:r>
                        <a:rPr lang="en-US" dirty="0">
                          <a:latin typeface="IBM Plex Mono" panose="020B0604020202020204" charset="0"/>
                        </a:rPr>
                        <a:t>    (for speech recognition)</a:t>
                      </a:r>
                    </a:p>
                    <a:p>
                      <a:pPr marL="0" lvl="0" indent="0" algn="l" rtl="0">
                        <a:spcBef>
                          <a:spcPts val="0"/>
                        </a:spcBef>
                        <a:spcAft>
                          <a:spcPts val="0"/>
                        </a:spcAft>
                        <a:buNone/>
                      </a:pPr>
                      <a:endParaRPr lang="en-US" dirty="0">
                        <a:solidFill>
                          <a:schemeClr val="dk1"/>
                        </a:solidFill>
                        <a:latin typeface="IBM Plex Mono" panose="020B0604020202020204" charset="0"/>
                      </a:endParaRP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385545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0"/>
        <p:cNvGrpSpPr/>
        <p:nvPr/>
      </p:nvGrpSpPr>
      <p:grpSpPr>
        <a:xfrm>
          <a:off x="0" y="0"/>
          <a:ext cx="0" cy="0"/>
          <a:chOff x="0" y="0"/>
          <a:chExt cx="0" cy="0"/>
        </a:xfrm>
      </p:grpSpPr>
      <p:sp>
        <p:nvSpPr>
          <p:cNvPr id="1841" name="Google Shape;1841;p46"/>
          <p:cNvSpPr txBox="1">
            <a:spLocks noGrp="1"/>
          </p:cNvSpPr>
          <p:nvPr>
            <p:ph type="title"/>
          </p:nvPr>
        </p:nvSpPr>
        <p:spPr>
          <a:xfrm>
            <a:off x="824078" y="429790"/>
            <a:ext cx="6082243" cy="621771"/>
          </a:xfrm>
          <a:prstGeom prst="rect">
            <a:avLst/>
          </a:prstGeom>
        </p:spPr>
        <p:txBody>
          <a:bodyPr spcFirstLastPara="1" wrap="square" lIns="91425" tIns="91425" rIns="91425" bIns="91425" anchor="b" anchorCtr="0">
            <a:noAutofit/>
          </a:bodyPr>
          <a:lstStyle/>
          <a:p>
            <a:pPr lvl="0"/>
            <a:r>
              <a:rPr lang="en-US" dirty="0"/>
              <a:t>ARCHITECTURE</a:t>
            </a:r>
          </a:p>
        </p:txBody>
      </p:sp>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Subtitle 5">
            <a:extLst>
              <a:ext uri="{FF2B5EF4-FFF2-40B4-BE49-F238E27FC236}">
                <a16:creationId xmlns:a16="http://schemas.microsoft.com/office/drawing/2014/main" id="{0CF106B6-75C3-41D9-BE6A-8A7E7232095E}"/>
              </a:ext>
            </a:extLst>
          </p:cNvPr>
          <p:cNvSpPr>
            <a:spLocks noGrp="1"/>
          </p:cNvSpPr>
          <p:nvPr>
            <p:ph type="subTitle" idx="1"/>
          </p:nvPr>
        </p:nvSpPr>
        <p:spPr/>
        <p:txBody>
          <a:bodyPr/>
          <a:lstStyle/>
          <a:p>
            <a:pPr marL="139700" indent="0">
              <a:buNone/>
            </a:pPr>
            <a:r>
              <a:rPr lang="en-US" dirty="0"/>
              <a:t> </a:t>
            </a:r>
          </a:p>
        </p:txBody>
      </p:sp>
      <p:pic>
        <p:nvPicPr>
          <p:cNvPr id="3" name="Picture 2">
            <a:extLst>
              <a:ext uri="{FF2B5EF4-FFF2-40B4-BE49-F238E27FC236}">
                <a16:creationId xmlns:a16="http://schemas.microsoft.com/office/drawing/2014/main" id="{A9A5C22A-7762-4760-814F-5EC13132B4AF}"/>
              </a:ext>
            </a:extLst>
          </p:cNvPr>
          <p:cNvPicPr>
            <a:picLocks noChangeAspect="1"/>
          </p:cNvPicPr>
          <p:nvPr/>
        </p:nvPicPr>
        <p:blipFill rotWithShape="1">
          <a:blip r:embed="rId3"/>
          <a:srcRect l="1195" t="13944" r="2060" b="3539"/>
          <a:stretch/>
        </p:blipFill>
        <p:spPr>
          <a:xfrm>
            <a:off x="1444083" y="1156471"/>
            <a:ext cx="6255834" cy="3557239"/>
          </a:xfrm>
          <a:prstGeom prst="rect">
            <a:avLst/>
          </a:prstGeom>
        </p:spPr>
      </p:pic>
    </p:spTree>
    <p:extLst>
      <p:ext uri="{BB962C8B-B14F-4D97-AF65-F5344CB8AC3E}">
        <p14:creationId xmlns:p14="http://schemas.microsoft.com/office/powerpoint/2010/main" val="942029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0"/>
        <p:cNvGrpSpPr/>
        <p:nvPr/>
      </p:nvGrpSpPr>
      <p:grpSpPr>
        <a:xfrm>
          <a:off x="0" y="0"/>
          <a:ext cx="0" cy="0"/>
          <a:chOff x="0" y="0"/>
          <a:chExt cx="0" cy="0"/>
        </a:xfrm>
      </p:grpSpPr>
      <p:sp>
        <p:nvSpPr>
          <p:cNvPr id="1841" name="Google Shape;1841;p46"/>
          <p:cNvSpPr txBox="1">
            <a:spLocks noGrp="1"/>
          </p:cNvSpPr>
          <p:nvPr>
            <p:ph type="title"/>
          </p:nvPr>
        </p:nvSpPr>
        <p:spPr>
          <a:xfrm>
            <a:off x="720000" y="534700"/>
            <a:ext cx="6082243" cy="621771"/>
          </a:xfrm>
          <a:prstGeom prst="rect">
            <a:avLst/>
          </a:prstGeom>
        </p:spPr>
        <p:txBody>
          <a:bodyPr spcFirstLastPara="1" wrap="square" lIns="91425" tIns="91425" rIns="91425" bIns="91425" anchor="b" anchorCtr="0">
            <a:noAutofit/>
          </a:bodyPr>
          <a:lstStyle/>
          <a:p>
            <a:pPr lvl="0"/>
            <a:r>
              <a:rPr lang="en-US" dirty="0">
                <a:solidFill>
                  <a:schemeClr val="accent2">
                    <a:lumMod val="50000"/>
                  </a:schemeClr>
                </a:solidFill>
              </a:rPr>
              <a:t>ARCHITECTURE</a:t>
            </a:r>
          </a:p>
        </p:txBody>
      </p:sp>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Subtitle 5">
            <a:extLst>
              <a:ext uri="{FF2B5EF4-FFF2-40B4-BE49-F238E27FC236}">
                <a16:creationId xmlns:a16="http://schemas.microsoft.com/office/drawing/2014/main" id="{0CF106B6-75C3-41D9-BE6A-8A7E7232095E}"/>
              </a:ext>
            </a:extLst>
          </p:cNvPr>
          <p:cNvSpPr>
            <a:spLocks noGrp="1"/>
          </p:cNvSpPr>
          <p:nvPr>
            <p:ph type="subTitle" idx="1"/>
          </p:nvPr>
        </p:nvSpPr>
        <p:spPr/>
        <p:txBody>
          <a:bodyPr/>
          <a:lstStyle/>
          <a:p>
            <a:pPr marL="139700" indent="0">
              <a:buNone/>
            </a:pPr>
            <a:r>
              <a:rPr lang="en-US" dirty="0"/>
              <a:t> </a:t>
            </a:r>
          </a:p>
        </p:txBody>
      </p:sp>
      <p:pic>
        <p:nvPicPr>
          <p:cNvPr id="9" name="Picture 8">
            <a:extLst>
              <a:ext uri="{FF2B5EF4-FFF2-40B4-BE49-F238E27FC236}">
                <a16:creationId xmlns:a16="http://schemas.microsoft.com/office/drawing/2014/main" id="{40486065-4839-46E8-AE57-A7D50E767AFB}"/>
              </a:ext>
            </a:extLst>
          </p:cNvPr>
          <p:cNvPicPr>
            <a:picLocks noChangeAspect="1"/>
          </p:cNvPicPr>
          <p:nvPr/>
        </p:nvPicPr>
        <p:blipFill rotWithShape="1">
          <a:blip r:embed="rId3"/>
          <a:srcRect l="1558" t="1653" r="17487" b="3492"/>
          <a:stretch/>
        </p:blipFill>
        <p:spPr>
          <a:xfrm>
            <a:off x="5595865" y="239651"/>
            <a:ext cx="2828135" cy="4807361"/>
          </a:xfrm>
          <a:prstGeom prst="rect">
            <a:avLst/>
          </a:prstGeom>
        </p:spPr>
      </p:pic>
      <p:sp>
        <p:nvSpPr>
          <p:cNvPr id="10" name="Rectangle 1">
            <a:extLst>
              <a:ext uri="{FF2B5EF4-FFF2-40B4-BE49-F238E27FC236}">
                <a16:creationId xmlns:a16="http://schemas.microsoft.com/office/drawing/2014/main" id="{D4A79058-5308-4165-90CF-32D155E89EF3}"/>
              </a:ext>
            </a:extLst>
          </p:cNvPr>
          <p:cNvSpPr>
            <a:spLocks noChangeArrowheads="1"/>
          </p:cNvSpPr>
          <p:nvPr/>
        </p:nvSpPr>
        <p:spPr bwMode="auto">
          <a:xfrm>
            <a:off x="887334" y="1231021"/>
            <a:ext cx="4541198" cy="2824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User gives voice input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Microphone captures audio</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Speech Recognition converts audio</a:t>
            </a:r>
          </a:p>
          <a:p>
            <a:pPr marR="0" lvl="0" algn="l" defTabSz="914400" rtl="0" eaLnBrk="0" fontAlgn="base" latinLnBrk="0" hangingPunct="0">
              <a:lnSpc>
                <a:spcPct val="150000"/>
              </a:lnSpc>
              <a:spcBef>
                <a:spcPct val="0"/>
              </a:spcBef>
              <a:spcAft>
                <a:spcPct val="0"/>
              </a:spcAft>
              <a:buClrTx/>
              <a:buSzTx/>
              <a:tabLst/>
            </a:pPr>
            <a:r>
              <a:rPr lang="en-US" altLang="en-US" sz="1500" dirty="0">
                <a:solidFill>
                  <a:schemeClr val="tx1"/>
                </a:solidFill>
                <a:latin typeface="IBM Plex Mono" panose="020B0604020202020204" charset="0"/>
              </a:rPr>
              <a:t>    </a:t>
            </a:r>
            <a:r>
              <a:rPr kumimoji="0" lang="en-US" altLang="en-US" sz="1500" b="0" i="0" u="none" strike="noStrike" cap="none" normalizeH="0" baseline="0" dirty="0">
                <a:ln>
                  <a:noFill/>
                </a:ln>
                <a:solidFill>
                  <a:schemeClr val="tx1"/>
                </a:solidFill>
                <a:effectLst/>
                <a:latin typeface="IBM Plex Mono" panose="020B0604020202020204" charset="0"/>
              </a:rPr>
              <a:t>to text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Python logic processes the command</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Required action is performed</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500" b="0" i="0" u="none" strike="noStrike" cap="none" normalizeH="0" baseline="0" dirty="0">
                <a:ln>
                  <a:noFill/>
                </a:ln>
                <a:solidFill>
                  <a:schemeClr val="tx1"/>
                </a:solidFill>
                <a:effectLst/>
                <a:latin typeface="IBM Plex Mono" panose="020B0604020202020204" charset="0"/>
              </a:rPr>
              <a:t>pyttsx3 converts response text into </a:t>
            </a:r>
          </a:p>
          <a:p>
            <a:pPr marR="0" lvl="0" algn="l" defTabSz="914400" rtl="0" eaLnBrk="0" fontAlgn="base" latinLnBrk="0" hangingPunct="0">
              <a:lnSpc>
                <a:spcPct val="150000"/>
              </a:lnSpc>
              <a:spcBef>
                <a:spcPct val="0"/>
              </a:spcBef>
              <a:spcAft>
                <a:spcPct val="0"/>
              </a:spcAft>
              <a:buClrTx/>
              <a:buSzTx/>
              <a:tabLst/>
            </a:pPr>
            <a:r>
              <a:rPr kumimoji="0" lang="en-US" altLang="en-US" sz="1500" b="0" i="0" u="none" strike="noStrike" cap="none" normalizeH="0" baseline="0" dirty="0">
                <a:ln>
                  <a:noFill/>
                </a:ln>
                <a:solidFill>
                  <a:schemeClr val="tx1"/>
                </a:solidFill>
                <a:effectLst/>
                <a:latin typeface="IBM Plex Mono" panose="020B0604020202020204" charset="0"/>
              </a:rPr>
              <a:t>    speech</a:t>
            </a:r>
          </a:p>
        </p:txBody>
      </p:sp>
      <p:sp>
        <p:nvSpPr>
          <p:cNvPr id="11" name="Rectangle 10">
            <a:extLst>
              <a:ext uri="{FF2B5EF4-FFF2-40B4-BE49-F238E27FC236}">
                <a16:creationId xmlns:a16="http://schemas.microsoft.com/office/drawing/2014/main" id="{29C43777-B1AF-4323-96E4-27DEC12B7F2F}"/>
              </a:ext>
            </a:extLst>
          </p:cNvPr>
          <p:cNvSpPr/>
          <p:nvPr/>
        </p:nvSpPr>
        <p:spPr>
          <a:xfrm>
            <a:off x="2286000" y="-1998732"/>
            <a:ext cx="6400800" cy="261610"/>
          </a:xfrm>
          <a:prstGeom prst="rect">
            <a:avLst/>
          </a:prstGeom>
        </p:spPr>
        <p:txBody>
          <a:bodyPr wrap="square">
            <a:spAutoFit/>
          </a:bodyPr>
          <a:lstStyle/>
          <a:p>
            <a:r>
              <a:rPr lang="en-US" sz="110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D621EB8-99CE-494B-9026-E9923FE9B1F4}"/>
              </a:ext>
            </a:extLst>
          </p:cNvPr>
          <p:cNvGrpSpPr/>
          <p:nvPr/>
        </p:nvGrpSpPr>
        <p:grpSpPr>
          <a:xfrm>
            <a:off x="0" y="0"/>
            <a:ext cx="9144000" cy="5143500"/>
            <a:chOff x="0" y="0"/>
            <a:chExt cx="9144000" cy="5143500"/>
          </a:xfrm>
        </p:grpSpPr>
        <p:sp>
          <p:nvSpPr>
            <p:cNvPr id="2" name="Rectangle 1">
              <a:extLst>
                <a:ext uri="{FF2B5EF4-FFF2-40B4-BE49-F238E27FC236}">
                  <a16:creationId xmlns:a16="http://schemas.microsoft.com/office/drawing/2014/main" id="{A0049269-1E4F-4E9E-A84D-A5598C5B13FC}"/>
                </a:ext>
              </a:extLst>
            </p:cNvPr>
            <p:cNvSpPr/>
            <p:nvPr/>
          </p:nvSpPr>
          <p:spPr>
            <a:xfrm>
              <a:off x="0" y="0"/>
              <a:ext cx="9144000" cy="51435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ARCHITECTURE</a:t>
              </a:r>
            </a:p>
          </p:txBody>
        </p:sp>
        <p:sp>
          <p:nvSpPr>
            <p:cNvPr id="3" name="TextBox 2">
              <a:extLst>
                <a:ext uri="{FF2B5EF4-FFF2-40B4-BE49-F238E27FC236}">
                  <a16:creationId xmlns:a16="http://schemas.microsoft.com/office/drawing/2014/main" id="{13A63FB8-4100-40C7-827C-8B37779D66F1}"/>
                </a:ext>
              </a:extLst>
            </p:cNvPr>
            <p:cNvSpPr txBox="1"/>
            <p:nvPr/>
          </p:nvSpPr>
          <p:spPr>
            <a:xfrm>
              <a:off x="247650" y="323850"/>
              <a:ext cx="4410075" cy="553998"/>
            </a:xfrm>
            <a:prstGeom prst="rect">
              <a:avLst/>
            </a:prstGeom>
            <a:noFill/>
          </p:spPr>
          <p:txBody>
            <a:bodyPr wrap="square" rtlCol="0">
              <a:spAutoFit/>
            </a:bodyPr>
            <a:lstStyle/>
            <a:p>
              <a:r>
                <a:rPr lang="en-US" sz="3000" b="1" dirty="0">
                  <a:solidFill>
                    <a:schemeClr val="accent2">
                      <a:lumMod val="50000"/>
                    </a:schemeClr>
                  </a:solidFill>
                  <a:latin typeface="IBM Plex Mono" panose="020B0604020202020204" charset="0"/>
                </a:rPr>
                <a:t>SEQUENCE DIAGRAM</a:t>
              </a:r>
            </a:p>
          </p:txBody>
        </p:sp>
      </p:grpSp>
      <p:grpSp>
        <p:nvGrpSpPr>
          <p:cNvPr id="5" name="Group 4">
            <a:extLst>
              <a:ext uri="{FF2B5EF4-FFF2-40B4-BE49-F238E27FC236}">
                <a16:creationId xmlns:a16="http://schemas.microsoft.com/office/drawing/2014/main" id="{F5D5C8DB-7558-44F9-8D50-5D7AD8E3E5E6}"/>
              </a:ext>
            </a:extLst>
          </p:cNvPr>
          <p:cNvGrpSpPr/>
          <p:nvPr/>
        </p:nvGrpSpPr>
        <p:grpSpPr>
          <a:xfrm>
            <a:off x="476250" y="877848"/>
            <a:ext cx="8420100" cy="4113252"/>
            <a:chOff x="0" y="0"/>
            <a:chExt cx="9144000" cy="5143500"/>
          </a:xfrm>
        </p:grpSpPr>
        <p:pic>
          <p:nvPicPr>
            <p:cNvPr id="6" name="Picture 5">
              <a:extLst>
                <a:ext uri="{FF2B5EF4-FFF2-40B4-BE49-F238E27FC236}">
                  <a16:creationId xmlns:a16="http://schemas.microsoft.com/office/drawing/2014/main" id="{4396A2A2-1D06-4682-84AD-6AD6D78F0339}"/>
                </a:ext>
              </a:extLst>
            </p:cNvPr>
            <p:cNvPicPr>
              <a:picLocks noChangeAspect="1"/>
            </p:cNvPicPr>
            <p:nvPr/>
          </p:nvPicPr>
          <p:blipFill>
            <a:blip r:embed="rId2"/>
            <a:stretch>
              <a:fillRect/>
            </a:stretch>
          </p:blipFill>
          <p:spPr>
            <a:xfrm>
              <a:off x="0" y="0"/>
              <a:ext cx="9144000" cy="5143500"/>
            </a:xfrm>
            <a:prstGeom prst="rect">
              <a:avLst/>
            </a:prstGeom>
          </p:spPr>
        </p:pic>
        <p:sp>
          <p:nvSpPr>
            <p:cNvPr id="7" name="Rectangle 6">
              <a:extLst>
                <a:ext uri="{FF2B5EF4-FFF2-40B4-BE49-F238E27FC236}">
                  <a16:creationId xmlns:a16="http://schemas.microsoft.com/office/drawing/2014/main" id="{26F65B39-3094-426D-920D-5B50155C9AE9}"/>
                </a:ext>
              </a:extLst>
            </p:cNvPr>
            <p:cNvSpPr/>
            <p:nvPr/>
          </p:nvSpPr>
          <p:spPr>
            <a:xfrm>
              <a:off x="8068236" y="4593515"/>
              <a:ext cx="1021977" cy="376518"/>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93723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55E7477F-172B-4EC2-A378-C842D106E3AB}"/>
              </a:ext>
            </a:extLst>
          </p:cNvPr>
          <p:cNvGrpSpPr/>
          <p:nvPr/>
        </p:nvGrpSpPr>
        <p:grpSpPr>
          <a:xfrm>
            <a:off x="2282407" y="27566"/>
            <a:ext cx="4225969" cy="5088367"/>
            <a:chOff x="2486803" y="-43031"/>
            <a:chExt cx="3935512" cy="5261036"/>
          </a:xfrm>
        </p:grpSpPr>
        <p:sp>
          <p:nvSpPr>
            <p:cNvPr id="3" name="TextBox 2">
              <a:extLst>
                <a:ext uri="{FF2B5EF4-FFF2-40B4-BE49-F238E27FC236}">
                  <a16:creationId xmlns:a16="http://schemas.microsoft.com/office/drawing/2014/main" id="{73A94941-96B2-4EB4-86A9-93D1C1303CF5}"/>
                </a:ext>
              </a:extLst>
            </p:cNvPr>
            <p:cNvSpPr txBox="1"/>
            <p:nvPr/>
          </p:nvSpPr>
          <p:spPr>
            <a:xfrm>
              <a:off x="3302598" y="419548"/>
              <a:ext cx="666974" cy="334671"/>
            </a:xfrm>
            <a:prstGeom prst="rect">
              <a:avLst/>
            </a:prstGeom>
            <a:noFill/>
          </p:spPr>
          <p:txBody>
            <a:bodyPr wrap="square" rtlCol="0">
              <a:spAutoFit/>
            </a:bodyPr>
            <a:lstStyle/>
            <a:p>
              <a:endParaRPr lang="en-US" dirty="0"/>
            </a:p>
          </p:txBody>
        </p:sp>
        <p:sp>
          <p:nvSpPr>
            <p:cNvPr id="15" name="Oval 14">
              <a:extLst>
                <a:ext uri="{FF2B5EF4-FFF2-40B4-BE49-F238E27FC236}">
                  <a16:creationId xmlns:a16="http://schemas.microsoft.com/office/drawing/2014/main" id="{BEA3C406-64FB-451A-9597-B3EC57436498}"/>
                </a:ext>
              </a:extLst>
            </p:cNvPr>
            <p:cNvSpPr/>
            <p:nvPr/>
          </p:nvSpPr>
          <p:spPr>
            <a:xfrm>
              <a:off x="4198168" y="-43031"/>
              <a:ext cx="575535" cy="54444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8DA16D74-115F-4FFE-AAEF-56BC10F4E7FA}"/>
                </a:ext>
              </a:extLst>
            </p:cNvPr>
            <p:cNvSpPr/>
            <p:nvPr/>
          </p:nvSpPr>
          <p:spPr>
            <a:xfrm>
              <a:off x="3055168" y="678913"/>
              <a:ext cx="2915324" cy="33467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021332C0-943A-4F4B-A1B1-DBDAB1F24261}"/>
                </a:ext>
              </a:extLst>
            </p:cNvPr>
            <p:cNvSpPr/>
            <p:nvPr/>
          </p:nvSpPr>
          <p:spPr>
            <a:xfrm>
              <a:off x="3055168" y="1204243"/>
              <a:ext cx="2915324" cy="33467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A272AEB5-7F4D-4C88-BEA6-19D04E8F40BC}"/>
                </a:ext>
              </a:extLst>
            </p:cNvPr>
            <p:cNvSpPr/>
            <p:nvPr/>
          </p:nvSpPr>
          <p:spPr>
            <a:xfrm>
              <a:off x="3055168" y="1799776"/>
              <a:ext cx="2915324" cy="33467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6259602E-1D4B-45E9-8E82-9F23104B6080}"/>
                </a:ext>
              </a:extLst>
            </p:cNvPr>
            <p:cNvSpPr/>
            <p:nvPr/>
          </p:nvSpPr>
          <p:spPr>
            <a:xfrm>
              <a:off x="2486803" y="2401936"/>
              <a:ext cx="2203531" cy="33467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44F7A031-8F26-4A18-891E-8DF6C59971D6}"/>
                </a:ext>
              </a:extLst>
            </p:cNvPr>
            <p:cNvSpPr/>
            <p:nvPr/>
          </p:nvSpPr>
          <p:spPr>
            <a:xfrm>
              <a:off x="4868726" y="2404414"/>
              <a:ext cx="1553589" cy="33219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4EBD221A-C6BC-48EC-8FF0-73E550FB2425}"/>
                </a:ext>
              </a:extLst>
            </p:cNvPr>
            <p:cNvSpPr/>
            <p:nvPr/>
          </p:nvSpPr>
          <p:spPr>
            <a:xfrm>
              <a:off x="3177082" y="3016905"/>
              <a:ext cx="2915324" cy="33467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A32F2F6-FE5D-495E-AD6F-726FA5D1238C}"/>
                </a:ext>
              </a:extLst>
            </p:cNvPr>
            <p:cNvSpPr/>
            <p:nvPr/>
          </p:nvSpPr>
          <p:spPr>
            <a:xfrm>
              <a:off x="3177082" y="3599629"/>
              <a:ext cx="2915324" cy="33467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347658F8-3811-4C2B-A07D-25E703928A7A}"/>
                </a:ext>
              </a:extLst>
            </p:cNvPr>
            <p:cNvSpPr/>
            <p:nvPr/>
          </p:nvSpPr>
          <p:spPr>
            <a:xfrm>
              <a:off x="3177082" y="4179918"/>
              <a:ext cx="2915324" cy="33467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04AA807-77EF-4B29-9A3F-35B72A5F7CA6}"/>
                </a:ext>
              </a:extLst>
            </p:cNvPr>
            <p:cNvSpPr/>
            <p:nvPr/>
          </p:nvSpPr>
          <p:spPr>
            <a:xfrm>
              <a:off x="4176653" y="4673559"/>
              <a:ext cx="575535" cy="54444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D0560CC1-2FEC-451E-8569-05596835BA14}"/>
              </a:ext>
            </a:extLst>
          </p:cNvPr>
          <p:cNvSpPr/>
          <p:nvPr/>
        </p:nvSpPr>
        <p:spPr>
          <a:xfrm>
            <a:off x="2082691" y="105690"/>
            <a:ext cx="4646579" cy="4932119"/>
          </a:xfrm>
          <a:prstGeom prst="rect">
            <a:avLst/>
          </a:prstGeom>
        </p:spPr>
        <p:txBody>
          <a:bodyPr wrap="square">
            <a:spAutoFit/>
          </a:bodyPr>
          <a:lstStyle/>
          <a:p>
            <a:pPr algn="ctr"/>
            <a:r>
              <a:rPr lang="en-US" sz="1850" dirty="0"/>
              <a:t>Start</a:t>
            </a:r>
          </a:p>
          <a:p>
            <a:pPr algn="ctr"/>
            <a:r>
              <a:rPr lang="en-US" sz="1850" dirty="0"/>
              <a:t>  ↓</a:t>
            </a:r>
          </a:p>
          <a:p>
            <a:pPr algn="ctr"/>
            <a:r>
              <a:rPr lang="en-US" sz="1850" dirty="0"/>
              <a:t>User gives voice input</a:t>
            </a:r>
          </a:p>
          <a:p>
            <a:pPr algn="ctr"/>
            <a:r>
              <a:rPr lang="en-US" sz="1850" dirty="0"/>
              <a:t>  ↓</a:t>
            </a:r>
          </a:p>
          <a:p>
            <a:pPr algn="ctr"/>
            <a:r>
              <a:rPr lang="en-US" sz="1850" dirty="0"/>
              <a:t>Convert speech to text</a:t>
            </a:r>
          </a:p>
          <a:p>
            <a:pPr algn="ctr"/>
            <a:r>
              <a:rPr lang="en-US" sz="1850" dirty="0"/>
              <a:t>  ↓</a:t>
            </a:r>
          </a:p>
          <a:p>
            <a:pPr algn="ctr"/>
            <a:r>
              <a:rPr lang="en-US" sz="1850" dirty="0"/>
              <a:t>Is command recognized?</a:t>
            </a:r>
          </a:p>
          <a:p>
            <a:pPr algn="ctr"/>
            <a:r>
              <a:rPr lang="en-US" sz="1850" dirty="0"/>
              <a:t>     ↓ Yes              ↓ No</a:t>
            </a:r>
          </a:p>
          <a:p>
            <a:pPr algn="ctr"/>
            <a:r>
              <a:rPr lang="en-US" sz="1850" dirty="0"/>
              <a:t>Process command         Ask to repeat</a:t>
            </a:r>
          </a:p>
          <a:p>
            <a:pPr algn="ctr"/>
            <a:r>
              <a:rPr lang="en-US" sz="1850" dirty="0"/>
              <a:t>     ↓</a:t>
            </a:r>
          </a:p>
          <a:p>
            <a:pPr algn="ctr"/>
            <a:r>
              <a:rPr lang="en-US" sz="1850" dirty="0"/>
              <a:t>Execute action</a:t>
            </a:r>
          </a:p>
          <a:p>
            <a:pPr algn="ctr"/>
            <a:r>
              <a:rPr lang="en-US" sz="1850" dirty="0"/>
              <a:t>     ↓</a:t>
            </a:r>
          </a:p>
          <a:p>
            <a:pPr algn="ctr"/>
            <a:r>
              <a:rPr lang="en-US" sz="1850" dirty="0"/>
              <a:t>Convert to speech</a:t>
            </a:r>
          </a:p>
          <a:p>
            <a:pPr algn="ctr"/>
            <a:r>
              <a:rPr lang="en-US" sz="1850" dirty="0"/>
              <a:t>     ↓</a:t>
            </a:r>
          </a:p>
          <a:p>
            <a:pPr algn="ctr"/>
            <a:r>
              <a:rPr lang="en-US" sz="1850" dirty="0"/>
              <a:t>Output to user</a:t>
            </a:r>
          </a:p>
          <a:p>
            <a:pPr algn="ctr"/>
            <a:r>
              <a:rPr lang="en-US" sz="1850" dirty="0"/>
              <a:t>     ↓</a:t>
            </a:r>
          </a:p>
          <a:p>
            <a:pPr algn="ctr"/>
            <a:r>
              <a:rPr lang="en-US" sz="1850" dirty="0"/>
              <a:t>End</a:t>
            </a:r>
          </a:p>
        </p:txBody>
      </p:sp>
      <p:sp>
        <p:nvSpPr>
          <p:cNvPr id="30" name="TextBox 29">
            <a:extLst>
              <a:ext uri="{FF2B5EF4-FFF2-40B4-BE49-F238E27FC236}">
                <a16:creationId xmlns:a16="http://schemas.microsoft.com/office/drawing/2014/main" id="{F016600A-60AC-46ED-BE35-14DD6D9D8FFE}"/>
              </a:ext>
            </a:extLst>
          </p:cNvPr>
          <p:cNvSpPr txBox="1"/>
          <p:nvPr/>
        </p:nvSpPr>
        <p:spPr>
          <a:xfrm>
            <a:off x="0" y="105690"/>
            <a:ext cx="4248150" cy="553998"/>
          </a:xfrm>
          <a:prstGeom prst="rect">
            <a:avLst/>
          </a:prstGeom>
          <a:noFill/>
        </p:spPr>
        <p:txBody>
          <a:bodyPr wrap="square" rtlCol="0">
            <a:spAutoFit/>
          </a:bodyPr>
          <a:lstStyle/>
          <a:p>
            <a:r>
              <a:rPr lang="en-US" sz="3000" b="1" dirty="0">
                <a:solidFill>
                  <a:schemeClr val="accent2">
                    <a:lumMod val="50000"/>
                  </a:schemeClr>
                </a:solidFill>
                <a:latin typeface="IBM Plex Mono" panose="020B0604020202020204" charset="0"/>
              </a:rPr>
              <a:t>ACTIVITY DIAGRAM</a:t>
            </a:r>
          </a:p>
        </p:txBody>
      </p:sp>
    </p:spTree>
    <p:extLst>
      <p:ext uri="{BB962C8B-B14F-4D97-AF65-F5344CB8AC3E}">
        <p14:creationId xmlns:p14="http://schemas.microsoft.com/office/powerpoint/2010/main" val="3954006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
            <a:extLst>
              <a:ext uri="{FF2B5EF4-FFF2-40B4-BE49-F238E27FC236}">
                <a16:creationId xmlns:a16="http://schemas.microsoft.com/office/drawing/2014/main" id="{862976A6-6A9B-4DEA-8FA2-EC67D88145EB}"/>
              </a:ext>
            </a:extLst>
          </p:cNvPr>
          <p:cNvSpPr>
            <a:spLocks noChangeArrowheads="1"/>
          </p:cNvSpPr>
          <p:nvPr/>
        </p:nvSpPr>
        <p:spPr bwMode="auto">
          <a:xfrm>
            <a:off x="9448800" y="371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p:sp>
        <p:nvSpPr>
          <p:cNvPr id="15" name="Rectangle 14">
            <a:extLst>
              <a:ext uri="{FF2B5EF4-FFF2-40B4-BE49-F238E27FC236}">
                <a16:creationId xmlns:a16="http://schemas.microsoft.com/office/drawing/2014/main" id="{299EA4EF-9646-427E-A220-F54A8C7D8FEF}"/>
              </a:ext>
            </a:extLst>
          </p:cNvPr>
          <p:cNvSpPr/>
          <p:nvPr/>
        </p:nvSpPr>
        <p:spPr>
          <a:xfrm>
            <a:off x="0" y="0"/>
            <a:ext cx="9144000" cy="51435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71BFAC2-E1F5-48A6-858A-CFF5518E45CB}"/>
              </a:ext>
            </a:extLst>
          </p:cNvPr>
          <p:cNvSpPr txBox="1"/>
          <p:nvPr/>
        </p:nvSpPr>
        <p:spPr>
          <a:xfrm>
            <a:off x="261257" y="371475"/>
            <a:ext cx="4804229" cy="553998"/>
          </a:xfrm>
          <a:prstGeom prst="rect">
            <a:avLst/>
          </a:prstGeom>
          <a:noFill/>
        </p:spPr>
        <p:txBody>
          <a:bodyPr wrap="square" rtlCol="0">
            <a:spAutoFit/>
          </a:bodyPr>
          <a:lstStyle/>
          <a:p>
            <a:r>
              <a:rPr lang="en-US" sz="3000" b="1" dirty="0">
                <a:solidFill>
                  <a:schemeClr val="accent2">
                    <a:lumMod val="50000"/>
                  </a:schemeClr>
                </a:solidFill>
                <a:latin typeface="IBM Plex Mono" panose="020B0604020202020204" charset="0"/>
              </a:rPr>
              <a:t>USE CASE DIAGRAM</a:t>
            </a:r>
          </a:p>
        </p:txBody>
      </p:sp>
      <p:pic>
        <p:nvPicPr>
          <p:cNvPr id="21" name="Picture 3">
            <a:extLst>
              <a:ext uri="{FF2B5EF4-FFF2-40B4-BE49-F238E27FC236}">
                <a16:creationId xmlns:a16="http://schemas.microsoft.com/office/drawing/2014/main" id="{E7648288-1DF6-4784-B239-8188141244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8561" y="970017"/>
            <a:ext cx="352425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27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72EAA9F-9DE5-4196-BF88-964CF021F84E}"/>
              </a:ext>
            </a:extLst>
          </p:cNvPr>
          <p:cNvPicPr>
            <a:picLocks noChangeAspect="1"/>
          </p:cNvPicPr>
          <p:nvPr/>
        </p:nvPicPr>
        <p:blipFill>
          <a:blip r:embed="rId2"/>
          <a:stretch>
            <a:fillRect/>
          </a:stretch>
        </p:blipFill>
        <p:spPr>
          <a:xfrm>
            <a:off x="-203200" y="-246742"/>
            <a:ext cx="9593943" cy="5789790"/>
          </a:xfrm>
          <a:prstGeom prst="rect">
            <a:avLst/>
          </a:prstGeom>
        </p:spPr>
      </p:pic>
      <p:sp>
        <p:nvSpPr>
          <p:cNvPr id="6" name="TextBox 5">
            <a:extLst>
              <a:ext uri="{FF2B5EF4-FFF2-40B4-BE49-F238E27FC236}">
                <a16:creationId xmlns:a16="http://schemas.microsoft.com/office/drawing/2014/main" id="{DAF897B6-CDFA-4115-93A7-A3AABA9FAD39}"/>
              </a:ext>
            </a:extLst>
          </p:cNvPr>
          <p:cNvSpPr txBox="1"/>
          <p:nvPr/>
        </p:nvSpPr>
        <p:spPr>
          <a:xfrm>
            <a:off x="5457371" y="275771"/>
            <a:ext cx="3236686" cy="553998"/>
          </a:xfrm>
          <a:prstGeom prst="rect">
            <a:avLst/>
          </a:prstGeom>
          <a:noFill/>
        </p:spPr>
        <p:txBody>
          <a:bodyPr wrap="square" rtlCol="0">
            <a:spAutoFit/>
          </a:bodyPr>
          <a:lstStyle/>
          <a:p>
            <a:r>
              <a:rPr lang="en-US" sz="3000" b="1" dirty="0">
                <a:solidFill>
                  <a:schemeClr val="accent2">
                    <a:lumMod val="50000"/>
                  </a:schemeClr>
                </a:solidFill>
                <a:latin typeface="IBM Plex Mono" panose="020B0604020202020204" charset="0"/>
              </a:rPr>
              <a:t>CLASS DIAGRAM</a:t>
            </a:r>
          </a:p>
        </p:txBody>
      </p:sp>
    </p:spTree>
    <p:extLst>
      <p:ext uri="{BB962C8B-B14F-4D97-AF65-F5344CB8AC3E}">
        <p14:creationId xmlns:p14="http://schemas.microsoft.com/office/powerpoint/2010/main" val="3869936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82F89-57E5-4FDE-84FF-84F169AD71CA}"/>
              </a:ext>
            </a:extLst>
          </p:cNvPr>
          <p:cNvSpPr>
            <a:spLocks noGrp="1"/>
          </p:cNvSpPr>
          <p:nvPr>
            <p:ph type="title"/>
          </p:nvPr>
        </p:nvSpPr>
        <p:spPr>
          <a:xfrm>
            <a:off x="720000" y="299882"/>
            <a:ext cx="7704000" cy="572700"/>
          </a:xfrm>
        </p:spPr>
        <p:txBody>
          <a:bodyPr/>
          <a:lstStyle/>
          <a:p>
            <a:r>
              <a:rPr lang="en-US" dirty="0"/>
              <a:t>MODULES OVERVIEW</a:t>
            </a:r>
          </a:p>
        </p:txBody>
      </p:sp>
      <p:sp>
        <p:nvSpPr>
          <p:cNvPr id="3" name="Text Placeholder 2">
            <a:extLst>
              <a:ext uri="{FF2B5EF4-FFF2-40B4-BE49-F238E27FC236}">
                <a16:creationId xmlns:a16="http://schemas.microsoft.com/office/drawing/2014/main" id="{E05734DD-E9B4-4338-A064-76FBEF49C23F}"/>
              </a:ext>
            </a:extLst>
          </p:cNvPr>
          <p:cNvSpPr>
            <a:spLocks noGrp="1"/>
          </p:cNvSpPr>
          <p:nvPr>
            <p:ph type="body" idx="1"/>
          </p:nvPr>
        </p:nvSpPr>
        <p:spPr>
          <a:xfrm>
            <a:off x="720000" y="872582"/>
            <a:ext cx="7704000" cy="411300"/>
          </a:xfrm>
        </p:spPr>
        <p:txBody>
          <a:bodyPr/>
          <a:lstStyle/>
          <a:p>
            <a:pPr marL="425450" indent="-285750">
              <a:lnSpc>
                <a:spcPct val="150000"/>
              </a:lnSpc>
              <a:buFont typeface="Arial" panose="020B0604020202020204" pitchFamily="34" charset="0"/>
              <a:buChar char="•"/>
            </a:pPr>
            <a:r>
              <a:rPr lang="en-US" sz="1600" b="1" dirty="0">
                <a:latin typeface="IBM Plex Mono" panose="020B0604020202020204" charset="0"/>
              </a:rPr>
              <a:t>Module Description</a:t>
            </a:r>
            <a:endParaRPr lang="en-US" b="1" dirty="0">
              <a:latin typeface="IBM Plex Mono" panose="020B0604020202020204" charset="0"/>
            </a:endParaRPr>
          </a:p>
          <a:p>
            <a:pPr marL="139700" indent="0">
              <a:lnSpc>
                <a:spcPct val="150000"/>
              </a:lnSpc>
              <a:buNone/>
            </a:pPr>
            <a:r>
              <a:rPr lang="en-US" dirty="0">
                <a:latin typeface="IBM Plex Mono" panose="020B0604020202020204" charset="0"/>
              </a:rPr>
              <a:t>	The Jarvis system is divided into multiple functional modules </a:t>
            </a:r>
          </a:p>
          <a:p>
            <a:pPr marL="139700" indent="0">
              <a:lnSpc>
                <a:spcPct val="150000"/>
              </a:lnSpc>
              <a:buNone/>
            </a:pPr>
            <a:r>
              <a:rPr lang="en-US" dirty="0">
                <a:latin typeface="IBM Plex Mono" panose="020B0604020202020204" charset="0"/>
              </a:rPr>
              <a:t>	Each module performs a specific task in the system </a:t>
            </a:r>
          </a:p>
          <a:p>
            <a:pPr marL="139700" indent="0">
              <a:lnSpc>
                <a:spcPct val="150000"/>
              </a:lnSpc>
              <a:buNone/>
            </a:pPr>
            <a:r>
              <a:rPr lang="en-US" dirty="0">
                <a:latin typeface="IBM Plex Mono" panose="020B0604020202020204" charset="0"/>
              </a:rPr>
              <a:t>	Modular design improves flexibility and scalability </a:t>
            </a:r>
          </a:p>
          <a:p>
            <a:pPr marL="139700" indent="0">
              <a:lnSpc>
                <a:spcPct val="150000"/>
              </a:lnSpc>
              <a:buNone/>
            </a:pPr>
            <a:endParaRPr lang="en-US" dirty="0">
              <a:latin typeface="IBM Plex Mono" panose="020B0604020202020204" charset="0"/>
            </a:endParaRPr>
          </a:p>
          <a:p>
            <a:pPr marL="425450" indent="-285750">
              <a:lnSpc>
                <a:spcPct val="150000"/>
              </a:lnSpc>
              <a:buFont typeface="Arial" panose="020B0604020202020204" pitchFamily="34" charset="0"/>
              <a:buChar char="•"/>
            </a:pPr>
            <a:r>
              <a:rPr lang="en-US" sz="1600" b="1" dirty="0">
                <a:latin typeface="IBM Plex Mono" panose="020B0604020202020204" charset="0"/>
              </a:rPr>
              <a:t>Main Modules:</a:t>
            </a:r>
          </a:p>
          <a:p>
            <a:pPr marL="139700" indent="0">
              <a:lnSpc>
                <a:spcPct val="150000"/>
              </a:lnSpc>
              <a:buNone/>
            </a:pPr>
            <a:r>
              <a:rPr lang="en-US" dirty="0">
                <a:latin typeface="IBM Plex Mono" panose="020B0604020202020204" charset="0"/>
              </a:rPr>
              <a:t>	Voice Input Module </a:t>
            </a:r>
          </a:p>
          <a:p>
            <a:pPr marL="139700" indent="0">
              <a:lnSpc>
                <a:spcPct val="150000"/>
              </a:lnSpc>
              <a:buNone/>
            </a:pPr>
            <a:r>
              <a:rPr lang="en-US" dirty="0">
                <a:latin typeface="IBM Plex Mono" panose="020B0604020202020204" charset="0"/>
              </a:rPr>
              <a:t>	Speech Recognition Module </a:t>
            </a:r>
          </a:p>
          <a:p>
            <a:pPr marL="139700" indent="0">
              <a:lnSpc>
                <a:spcPct val="150000"/>
              </a:lnSpc>
              <a:buNone/>
            </a:pPr>
            <a:r>
              <a:rPr lang="en-US" dirty="0">
                <a:latin typeface="IBM Plex Mono" panose="020B0604020202020204" charset="0"/>
              </a:rPr>
              <a:t>	Command Processing Module </a:t>
            </a:r>
          </a:p>
          <a:p>
            <a:pPr marL="139700" indent="0">
              <a:lnSpc>
                <a:spcPct val="150000"/>
              </a:lnSpc>
              <a:buNone/>
            </a:pPr>
            <a:r>
              <a:rPr lang="en-US" dirty="0">
                <a:latin typeface="IBM Plex Mono" panose="020B0604020202020204" charset="0"/>
              </a:rPr>
              <a:t>	Task Execution Module </a:t>
            </a:r>
          </a:p>
          <a:p>
            <a:pPr marL="139700" indent="0">
              <a:lnSpc>
                <a:spcPct val="150000"/>
              </a:lnSpc>
              <a:buNone/>
            </a:pPr>
            <a:r>
              <a:rPr lang="en-US" dirty="0">
                <a:latin typeface="IBM Plex Mono" panose="020B0604020202020204" charset="0"/>
              </a:rPr>
              <a:t>	Voice Output Module</a:t>
            </a:r>
          </a:p>
          <a:p>
            <a:pPr marL="139700" indent="0">
              <a:buNone/>
            </a:pPr>
            <a:endParaRPr lang="en-US" dirty="0">
              <a:latin typeface="IBM Plex Mono" panose="020B0604020202020204" charset="0"/>
            </a:endParaRPr>
          </a:p>
        </p:txBody>
      </p:sp>
    </p:spTree>
    <p:extLst>
      <p:ext uri="{BB962C8B-B14F-4D97-AF65-F5344CB8AC3E}">
        <p14:creationId xmlns:p14="http://schemas.microsoft.com/office/powerpoint/2010/main" val="2228959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82F89-57E5-4FDE-84FF-84F169AD71CA}"/>
              </a:ext>
            </a:extLst>
          </p:cNvPr>
          <p:cNvSpPr>
            <a:spLocks noGrp="1"/>
          </p:cNvSpPr>
          <p:nvPr>
            <p:ph type="title"/>
          </p:nvPr>
        </p:nvSpPr>
        <p:spPr>
          <a:xfrm>
            <a:off x="720000" y="303601"/>
            <a:ext cx="7704000" cy="572700"/>
          </a:xfrm>
        </p:spPr>
        <p:txBody>
          <a:bodyPr/>
          <a:lstStyle/>
          <a:p>
            <a:r>
              <a:rPr lang="en-US" dirty="0"/>
              <a:t>MODULE EXPLANATION</a:t>
            </a:r>
          </a:p>
        </p:txBody>
      </p:sp>
      <p:sp>
        <p:nvSpPr>
          <p:cNvPr id="3" name="Text Placeholder 2">
            <a:extLst>
              <a:ext uri="{FF2B5EF4-FFF2-40B4-BE49-F238E27FC236}">
                <a16:creationId xmlns:a16="http://schemas.microsoft.com/office/drawing/2014/main" id="{E05734DD-E9B4-4338-A064-76FBEF49C23F}"/>
              </a:ext>
            </a:extLst>
          </p:cNvPr>
          <p:cNvSpPr>
            <a:spLocks noGrp="1"/>
          </p:cNvSpPr>
          <p:nvPr>
            <p:ph type="body" idx="1"/>
          </p:nvPr>
        </p:nvSpPr>
        <p:spPr>
          <a:xfrm>
            <a:off x="720000" y="876301"/>
            <a:ext cx="7704000" cy="3249475"/>
          </a:xfrm>
        </p:spPr>
        <p:txBody>
          <a:bodyPr/>
          <a:lstStyle/>
          <a:p>
            <a:pPr>
              <a:lnSpc>
                <a:spcPct val="150000"/>
              </a:lnSpc>
              <a:buFont typeface="Arial" panose="020B0604020202020204" pitchFamily="34" charset="0"/>
              <a:buChar char="•"/>
            </a:pPr>
            <a:r>
              <a:rPr lang="en-US" sz="1600" b="1" dirty="0">
                <a:latin typeface="IBM Plex Mono" panose="020B0604020202020204" charset="0"/>
              </a:rPr>
              <a:t>Voice Input Module</a:t>
            </a:r>
          </a:p>
          <a:p>
            <a:pPr marL="139700" indent="0">
              <a:lnSpc>
                <a:spcPct val="150000"/>
              </a:lnSpc>
              <a:buNone/>
            </a:pPr>
            <a:r>
              <a:rPr lang="en-US" sz="1600" dirty="0">
                <a:latin typeface="IBM Plex Mono" panose="020B0604020202020204" charset="0"/>
              </a:rPr>
              <a:t>	Captures user voice through microphone </a:t>
            </a:r>
          </a:p>
          <a:p>
            <a:pPr>
              <a:lnSpc>
                <a:spcPct val="150000"/>
              </a:lnSpc>
              <a:buFont typeface="Arial" panose="020B0604020202020204" pitchFamily="34" charset="0"/>
              <a:buChar char="•"/>
            </a:pPr>
            <a:r>
              <a:rPr lang="en-US" sz="1600" b="1" dirty="0">
                <a:latin typeface="IBM Plex Mono" panose="020B0604020202020204" charset="0"/>
              </a:rPr>
              <a:t>Speech Recognition Module</a:t>
            </a:r>
          </a:p>
          <a:p>
            <a:pPr marL="139700" indent="0">
              <a:lnSpc>
                <a:spcPct val="150000"/>
              </a:lnSpc>
              <a:buNone/>
            </a:pPr>
            <a:r>
              <a:rPr lang="en-US" sz="1600" dirty="0">
                <a:latin typeface="IBM Plex Mono" panose="020B0604020202020204" charset="0"/>
              </a:rPr>
              <a:t>	Converts speech into text using </a:t>
            </a:r>
            <a:r>
              <a:rPr lang="en-US" sz="1600" dirty="0" err="1">
                <a:latin typeface="IBM Plex Mono" panose="020B0604020202020204" charset="0"/>
              </a:rPr>
              <a:t>SpeechRecognition</a:t>
            </a:r>
            <a:r>
              <a:rPr lang="en-US" sz="1600" dirty="0">
                <a:latin typeface="IBM Plex Mono" panose="020B0604020202020204" charset="0"/>
              </a:rPr>
              <a:t> </a:t>
            </a:r>
          </a:p>
          <a:p>
            <a:pPr>
              <a:lnSpc>
                <a:spcPct val="150000"/>
              </a:lnSpc>
              <a:buFont typeface="Arial" panose="020B0604020202020204" pitchFamily="34" charset="0"/>
              <a:buChar char="•"/>
            </a:pPr>
            <a:r>
              <a:rPr lang="en-US" sz="1600" b="1" dirty="0">
                <a:latin typeface="IBM Plex Mono" panose="020B0604020202020204" charset="0"/>
              </a:rPr>
              <a:t>Command Processing Module</a:t>
            </a:r>
          </a:p>
          <a:p>
            <a:pPr marL="139700" indent="0">
              <a:lnSpc>
                <a:spcPct val="150000"/>
              </a:lnSpc>
              <a:buNone/>
            </a:pPr>
            <a:r>
              <a:rPr lang="en-US" sz="1600" dirty="0">
                <a:latin typeface="IBM Plex Mono" panose="020B0604020202020204" charset="0"/>
              </a:rPr>
              <a:t>	Analyzes text and identifies user command </a:t>
            </a:r>
          </a:p>
          <a:p>
            <a:pPr>
              <a:lnSpc>
                <a:spcPct val="150000"/>
              </a:lnSpc>
              <a:buFont typeface="Arial" panose="020B0604020202020204" pitchFamily="34" charset="0"/>
              <a:buChar char="•"/>
            </a:pPr>
            <a:r>
              <a:rPr lang="en-US" sz="1600" b="1" dirty="0">
                <a:latin typeface="IBM Plex Mono" panose="020B0604020202020204" charset="0"/>
              </a:rPr>
              <a:t>Task Execution Module</a:t>
            </a:r>
          </a:p>
          <a:p>
            <a:pPr marL="139700" indent="0">
              <a:lnSpc>
                <a:spcPct val="150000"/>
              </a:lnSpc>
              <a:buNone/>
            </a:pPr>
            <a:r>
              <a:rPr lang="en-US" sz="1600" dirty="0">
                <a:latin typeface="IBM Plex Mono" panose="020B0604020202020204" charset="0"/>
              </a:rPr>
              <a:t>	Performs actions (open apps, search, play music, etc.) </a:t>
            </a:r>
          </a:p>
          <a:p>
            <a:pPr>
              <a:lnSpc>
                <a:spcPct val="150000"/>
              </a:lnSpc>
              <a:buFont typeface="Arial" panose="020B0604020202020204" pitchFamily="34" charset="0"/>
              <a:buChar char="•"/>
            </a:pPr>
            <a:r>
              <a:rPr lang="en-US" sz="1600" b="1" dirty="0">
                <a:latin typeface="IBM Plex Mono" panose="020B0604020202020204" charset="0"/>
              </a:rPr>
              <a:t>Voice Output Module</a:t>
            </a:r>
          </a:p>
          <a:p>
            <a:pPr marL="139700" indent="0">
              <a:lnSpc>
                <a:spcPct val="150000"/>
              </a:lnSpc>
              <a:buNone/>
            </a:pPr>
            <a:r>
              <a:rPr lang="en-US" sz="1600" dirty="0">
                <a:latin typeface="IBM Plex Mono" panose="020B0604020202020204" charset="0"/>
              </a:rPr>
              <a:t>	Converts response into speech using pyttsx3</a:t>
            </a:r>
          </a:p>
          <a:p>
            <a:pPr>
              <a:lnSpc>
                <a:spcPct val="150000"/>
              </a:lnSpc>
              <a:buFont typeface="Arial" panose="020B0604020202020204" pitchFamily="34" charset="0"/>
              <a:buChar char="•"/>
            </a:pPr>
            <a:endParaRPr lang="en-US" dirty="0">
              <a:latin typeface="IBM Plex Mono" panose="020B0604020202020204" charset="0"/>
            </a:endParaRPr>
          </a:p>
        </p:txBody>
      </p:sp>
    </p:spTree>
    <p:extLst>
      <p:ext uri="{BB962C8B-B14F-4D97-AF65-F5344CB8AC3E}">
        <p14:creationId xmlns:p14="http://schemas.microsoft.com/office/powerpoint/2010/main" val="608381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82F89-57E5-4FDE-84FF-84F169AD71CA}"/>
              </a:ext>
            </a:extLst>
          </p:cNvPr>
          <p:cNvSpPr>
            <a:spLocks noGrp="1"/>
          </p:cNvSpPr>
          <p:nvPr>
            <p:ph type="title"/>
          </p:nvPr>
        </p:nvSpPr>
        <p:spPr>
          <a:xfrm>
            <a:off x="720000" y="280016"/>
            <a:ext cx="7704000" cy="572700"/>
          </a:xfrm>
        </p:spPr>
        <p:txBody>
          <a:bodyPr/>
          <a:lstStyle/>
          <a:p>
            <a:r>
              <a:rPr lang="en-US" dirty="0"/>
              <a:t>WORKING &amp; TECHNOLOGIES</a:t>
            </a:r>
          </a:p>
        </p:txBody>
      </p:sp>
      <p:sp>
        <p:nvSpPr>
          <p:cNvPr id="3" name="Text Placeholder 2">
            <a:extLst>
              <a:ext uri="{FF2B5EF4-FFF2-40B4-BE49-F238E27FC236}">
                <a16:creationId xmlns:a16="http://schemas.microsoft.com/office/drawing/2014/main" id="{E05734DD-E9B4-4338-A064-76FBEF49C23F}"/>
              </a:ext>
            </a:extLst>
          </p:cNvPr>
          <p:cNvSpPr>
            <a:spLocks noGrp="1"/>
          </p:cNvSpPr>
          <p:nvPr>
            <p:ph type="body" idx="1"/>
          </p:nvPr>
        </p:nvSpPr>
        <p:spPr>
          <a:xfrm>
            <a:off x="720000" y="707573"/>
            <a:ext cx="7704000" cy="3249475"/>
          </a:xfrm>
        </p:spPr>
        <p:txBody>
          <a:bodyPr/>
          <a:lstStyle/>
          <a:p>
            <a:pPr>
              <a:lnSpc>
                <a:spcPct val="150000"/>
              </a:lnSpc>
              <a:buFont typeface="Arial" panose="020B0604020202020204" pitchFamily="34" charset="0"/>
              <a:buChar char="•"/>
            </a:pPr>
            <a:r>
              <a:rPr lang="en-US" sz="1600" b="1" dirty="0">
                <a:latin typeface="IBM Plex Mono" panose="020B0604020202020204" charset="0"/>
              </a:rPr>
              <a:t>Working Flow</a:t>
            </a:r>
          </a:p>
          <a:p>
            <a:pPr marL="139700" indent="0">
              <a:lnSpc>
                <a:spcPct val="150000"/>
              </a:lnSpc>
              <a:buNone/>
            </a:pPr>
            <a:r>
              <a:rPr lang="en-US" sz="1600" dirty="0">
                <a:latin typeface="IBM Plex Mono" panose="020B0604020202020204" charset="0"/>
              </a:rPr>
              <a:t>	User gives voice input </a:t>
            </a:r>
          </a:p>
          <a:p>
            <a:pPr marL="139700" indent="0">
              <a:lnSpc>
                <a:spcPct val="150000"/>
              </a:lnSpc>
              <a:buNone/>
            </a:pPr>
            <a:r>
              <a:rPr lang="en-US" sz="1600" dirty="0">
                <a:latin typeface="IBM Plex Mono" panose="020B0604020202020204" charset="0"/>
              </a:rPr>
              <a:t>	Speech → Text conversion </a:t>
            </a:r>
          </a:p>
          <a:p>
            <a:pPr marL="139700" indent="0">
              <a:lnSpc>
                <a:spcPct val="150000"/>
              </a:lnSpc>
              <a:buNone/>
            </a:pPr>
            <a:r>
              <a:rPr lang="en-US" sz="1600" dirty="0">
                <a:latin typeface="IBM Plex Mono" panose="020B0604020202020204" charset="0"/>
              </a:rPr>
              <a:t>	Command processing </a:t>
            </a:r>
          </a:p>
          <a:p>
            <a:pPr marL="139700" indent="0">
              <a:lnSpc>
                <a:spcPct val="150000"/>
              </a:lnSpc>
              <a:buNone/>
            </a:pPr>
            <a:r>
              <a:rPr lang="en-US" sz="1600" dirty="0">
                <a:latin typeface="IBM Plex Mono" panose="020B0604020202020204" charset="0"/>
              </a:rPr>
              <a:t>	Action execution </a:t>
            </a:r>
          </a:p>
          <a:p>
            <a:pPr marL="139700" indent="0">
              <a:lnSpc>
                <a:spcPct val="150000"/>
              </a:lnSpc>
              <a:buNone/>
            </a:pPr>
            <a:r>
              <a:rPr lang="en-US" sz="1600" dirty="0">
                <a:latin typeface="IBM Plex Mono" panose="020B0604020202020204" charset="0"/>
              </a:rPr>
              <a:t>	Response → Speech output</a:t>
            </a:r>
          </a:p>
          <a:p>
            <a:pPr>
              <a:lnSpc>
                <a:spcPct val="150000"/>
              </a:lnSpc>
              <a:buFont typeface="Arial" panose="020B0604020202020204" pitchFamily="34" charset="0"/>
              <a:buChar char="•"/>
            </a:pPr>
            <a:r>
              <a:rPr lang="en-US" sz="1600" b="1" dirty="0">
                <a:latin typeface="IBM Plex Mono" panose="020B0604020202020204" charset="0"/>
              </a:rPr>
              <a:t>Technologies Used</a:t>
            </a:r>
          </a:p>
          <a:p>
            <a:pPr marL="139700" indent="0">
              <a:lnSpc>
                <a:spcPct val="150000"/>
              </a:lnSpc>
              <a:buNone/>
            </a:pPr>
            <a:r>
              <a:rPr lang="en-US" sz="1600" dirty="0">
                <a:latin typeface="IBM Plex Mono" panose="020B0604020202020204" charset="0"/>
              </a:rPr>
              <a:t>	Python </a:t>
            </a:r>
          </a:p>
          <a:p>
            <a:pPr marL="139700" indent="0">
              <a:lnSpc>
                <a:spcPct val="150000"/>
              </a:lnSpc>
              <a:buNone/>
            </a:pPr>
            <a:r>
              <a:rPr lang="en-US" sz="1600" dirty="0">
                <a:latin typeface="IBM Plex Mono" panose="020B0604020202020204" charset="0"/>
              </a:rPr>
              <a:t>	</a:t>
            </a:r>
            <a:r>
              <a:rPr lang="en-US" sz="1600" dirty="0" err="1">
                <a:latin typeface="IBM Plex Mono" panose="020B0604020202020204" charset="0"/>
              </a:rPr>
              <a:t>SpeechRecognition</a:t>
            </a:r>
            <a:r>
              <a:rPr lang="en-US" sz="1600" dirty="0">
                <a:latin typeface="IBM Plex Mono" panose="020B0604020202020204" charset="0"/>
              </a:rPr>
              <a:t> </a:t>
            </a:r>
          </a:p>
          <a:p>
            <a:pPr marL="139700" indent="0">
              <a:lnSpc>
                <a:spcPct val="150000"/>
              </a:lnSpc>
              <a:buNone/>
            </a:pPr>
            <a:r>
              <a:rPr lang="en-US" sz="1600" dirty="0">
                <a:latin typeface="IBM Plex Mono" panose="020B0604020202020204" charset="0"/>
              </a:rPr>
              <a:t>	pyttsx3 </a:t>
            </a:r>
          </a:p>
          <a:p>
            <a:pPr marL="139700" indent="0">
              <a:lnSpc>
                <a:spcPct val="150000"/>
              </a:lnSpc>
              <a:buNone/>
            </a:pPr>
            <a:r>
              <a:rPr lang="en-US" sz="1600" dirty="0">
                <a:latin typeface="IBM Plex Mono" panose="020B0604020202020204" charset="0"/>
              </a:rPr>
              <a:t>	OS &amp; </a:t>
            </a:r>
            <a:r>
              <a:rPr lang="en-US" sz="1600" dirty="0" err="1">
                <a:latin typeface="IBM Plex Mono" panose="020B0604020202020204" charset="0"/>
              </a:rPr>
              <a:t>Webbrowser</a:t>
            </a:r>
            <a:r>
              <a:rPr lang="en-US" sz="1600" dirty="0">
                <a:latin typeface="IBM Plex Mono" panose="020B0604020202020204" charset="0"/>
              </a:rPr>
              <a:t> modules</a:t>
            </a:r>
          </a:p>
        </p:txBody>
      </p:sp>
    </p:spTree>
    <p:extLst>
      <p:ext uri="{BB962C8B-B14F-4D97-AF65-F5344CB8AC3E}">
        <p14:creationId xmlns:p14="http://schemas.microsoft.com/office/powerpoint/2010/main" val="2563269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5"/>
        <p:cNvGrpSpPr/>
        <p:nvPr/>
      </p:nvGrpSpPr>
      <p:grpSpPr>
        <a:xfrm>
          <a:off x="0" y="0"/>
          <a:ext cx="0" cy="0"/>
          <a:chOff x="0" y="0"/>
          <a:chExt cx="0" cy="0"/>
        </a:xfrm>
      </p:grpSpPr>
      <p:sp>
        <p:nvSpPr>
          <p:cNvPr id="1856" name="Google Shape;1856;p47"/>
          <p:cNvSpPr txBox="1">
            <a:spLocks noGrp="1"/>
          </p:cNvSpPr>
          <p:nvPr>
            <p:ph type="title"/>
          </p:nvPr>
        </p:nvSpPr>
        <p:spPr>
          <a:xfrm>
            <a:off x="713225" y="1766475"/>
            <a:ext cx="6576000" cy="103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857" name="Google Shape;1857;p47"/>
          <p:cNvSpPr txBox="1">
            <a:spLocks noGrp="1"/>
          </p:cNvSpPr>
          <p:nvPr>
            <p:ph type="subTitle" idx="1"/>
          </p:nvPr>
        </p:nvSpPr>
        <p:spPr>
          <a:xfrm>
            <a:off x="713225" y="3118375"/>
            <a:ext cx="6576000" cy="4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grpSp>
        <p:nvGrpSpPr>
          <p:cNvPr id="1858" name="Google Shape;1858;p47"/>
          <p:cNvGrpSpPr/>
          <p:nvPr/>
        </p:nvGrpSpPr>
        <p:grpSpPr>
          <a:xfrm>
            <a:off x="6527600" y="-628478"/>
            <a:ext cx="5128253" cy="6694378"/>
            <a:chOff x="6222800" y="-628478"/>
            <a:chExt cx="5128253" cy="6694378"/>
          </a:xfrm>
        </p:grpSpPr>
        <p:pic>
          <p:nvPicPr>
            <p:cNvPr id="1859" name="Google Shape;1859;p47"/>
            <p:cNvPicPr preferRelativeResize="0"/>
            <p:nvPr/>
          </p:nvPicPr>
          <p:blipFill rotWithShape="1">
            <a:blip r:embed="rId3">
              <a:alphaModFix/>
            </a:blip>
            <a:srcRect t="17657" b="17663"/>
            <a:stretch/>
          </p:blipFill>
          <p:spPr>
            <a:xfrm>
              <a:off x="7517168" y="-628478"/>
              <a:ext cx="3082266" cy="2352450"/>
            </a:xfrm>
            <a:prstGeom prst="rect">
              <a:avLst/>
            </a:prstGeom>
            <a:noFill/>
            <a:ln>
              <a:noFill/>
            </a:ln>
          </p:spPr>
        </p:pic>
        <p:pic>
          <p:nvPicPr>
            <p:cNvPr id="1860" name="Google Shape;1860;p47"/>
            <p:cNvPicPr preferRelativeResize="0"/>
            <p:nvPr/>
          </p:nvPicPr>
          <p:blipFill rotWithShape="1">
            <a:blip r:embed="rId4">
              <a:alphaModFix/>
            </a:blip>
            <a:srcRect l="16960" t="24718" r="7121" b="26177"/>
            <a:stretch/>
          </p:blipFill>
          <p:spPr>
            <a:xfrm>
              <a:off x="6714900" y="3028141"/>
              <a:ext cx="3980176" cy="3037760"/>
            </a:xfrm>
            <a:prstGeom prst="rect">
              <a:avLst/>
            </a:prstGeom>
            <a:noFill/>
            <a:ln>
              <a:noFill/>
            </a:ln>
          </p:spPr>
        </p:pic>
        <p:sp>
          <p:nvSpPr>
            <p:cNvPr id="1861" name="Google Shape;1861;p47"/>
            <p:cNvSpPr/>
            <p:nvPr/>
          </p:nvSpPr>
          <p:spPr>
            <a:xfrm rot="10800000">
              <a:off x="7698559" y="2460647"/>
              <a:ext cx="1239218" cy="2912943"/>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7"/>
            <p:cNvSpPr/>
            <p:nvPr/>
          </p:nvSpPr>
          <p:spPr>
            <a:xfrm rot="10800000">
              <a:off x="7899688" y="2461423"/>
              <a:ext cx="1239218" cy="2912943"/>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7"/>
            <p:cNvSpPr/>
            <p:nvPr/>
          </p:nvSpPr>
          <p:spPr>
            <a:xfrm>
              <a:off x="6222800" y="-628462"/>
              <a:ext cx="3980181" cy="6461569"/>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64" name="Google Shape;1864;p47"/>
            <p:cNvGrpSpPr/>
            <p:nvPr/>
          </p:nvGrpSpPr>
          <p:grpSpPr>
            <a:xfrm>
              <a:off x="6794737" y="4179460"/>
              <a:ext cx="734664" cy="735137"/>
              <a:chOff x="959750" y="3039275"/>
              <a:chExt cx="582050" cy="582425"/>
            </a:xfrm>
          </p:grpSpPr>
          <p:sp>
            <p:nvSpPr>
              <p:cNvPr id="1865" name="Google Shape;1865;p4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2" name="Google Shape;1872;p47"/>
            <p:cNvGrpSpPr/>
            <p:nvPr/>
          </p:nvGrpSpPr>
          <p:grpSpPr>
            <a:xfrm>
              <a:off x="8128313" y="1310040"/>
              <a:ext cx="169158" cy="169158"/>
              <a:chOff x="8356813" y="1074288"/>
              <a:chExt cx="351900" cy="351900"/>
            </a:xfrm>
          </p:grpSpPr>
          <p:sp>
            <p:nvSpPr>
              <p:cNvPr id="1873" name="Google Shape;1873;p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5" name="Google Shape;1875;p47"/>
            <p:cNvGrpSpPr/>
            <p:nvPr/>
          </p:nvGrpSpPr>
          <p:grpSpPr>
            <a:xfrm>
              <a:off x="7360240" y="2075006"/>
              <a:ext cx="169158" cy="169158"/>
              <a:chOff x="8356813" y="1074288"/>
              <a:chExt cx="351900" cy="351900"/>
            </a:xfrm>
          </p:grpSpPr>
          <p:sp>
            <p:nvSpPr>
              <p:cNvPr id="1876" name="Google Shape;1876;p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8" name="Google Shape;1878;p47"/>
            <p:cNvGrpSpPr/>
            <p:nvPr/>
          </p:nvGrpSpPr>
          <p:grpSpPr>
            <a:xfrm>
              <a:off x="8233587" y="3028150"/>
              <a:ext cx="169158" cy="169158"/>
              <a:chOff x="8356813" y="1074288"/>
              <a:chExt cx="351900" cy="351900"/>
            </a:xfrm>
          </p:grpSpPr>
          <p:sp>
            <p:nvSpPr>
              <p:cNvPr id="1879" name="Google Shape;1879;p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1" name="Google Shape;1881;p47"/>
            <p:cNvSpPr/>
            <p:nvPr/>
          </p:nvSpPr>
          <p:spPr>
            <a:xfrm>
              <a:off x="8754821" y="2763320"/>
              <a:ext cx="606949" cy="600556"/>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2" name="Google Shape;1882;p47"/>
            <p:cNvGrpSpPr/>
            <p:nvPr/>
          </p:nvGrpSpPr>
          <p:grpSpPr>
            <a:xfrm>
              <a:off x="8782808" y="2723340"/>
              <a:ext cx="883449" cy="2083923"/>
              <a:chOff x="8337812" y="3492483"/>
              <a:chExt cx="699928" cy="1651024"/>
            </a:xfrm>
          </p:grpSpPr>
          <p:sp>
            <p:nvSpPr>
              <p:cNvPr id="1883" name="Google Shape;1883;p47"/>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7"/>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7"/>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6" name="Google Shape;1886;p47"/>
            <p:cNvGrpSpPr/>
            <p:nvPr/>
          </p:nvGrpSpPr>
          <p:grpSpPr>
            <a:xfrm>
              <a:off x="8215673" y="4178313"/>
              <a:ext cx="1141869" cy="916509"/>
              <a:chOff x="7945225" y="4302000"/>
              <a:chExt cx="904666" cy="726121"/>
            </a:xfrm>
          </p:grpSpPr>
          <p:sp>
            <p:nvSpPr>
              <p:cNvPr id="1887" name="Google Shape;1887;p4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0" name="Google Shape;1890;p47"/>
            <p:cNvSpPr/>
            <p:nvPr/>
          </p:nvSpPr>
          <p:spPr>
            <a:xfrm rot="5400000">
              <a:off x="8491754" y="371428"/>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1" name="Google Shape;1891;p47"/>
            <p:cNvGrpSpPr/>
            <p:nvPr/>
          </p:nvGrpSpPr>
          <p:grpSpPr>
            <a:xfrm>
              <a:off x="7774724" y="3187835"/>
              <a:ext cx="734664" cy="735137"/>
              <a:chOff x="959750" y="3039275"/>
              <a:chExt cx="582050" cy="582425"/>
            </a:xfrm>
          </p:grpSpPr>
          <p:sp>
            <p:nvSpPr>
              <p:cNvPr id="1892" name="Google Shape;1892;p4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9" name="Google Shape;1899;p47"/>
            <p:cNvGrpSpPr/>
            <p:nvPr/>
          </p:nvGrpSpPr>
          <p:grpSpPr>
            <a:xfrm>
              <a:off x="7625399" y="3691035"/>
              <a:ext cx="734664" cy="735137"/>
              <a:chOff x="959750" y="3039275"/>
              <a:chExt cx="582050" cy="582425"/>
            </a:xfrm>
          </p:grpSpPr>
          <p:sp>
            <p:nvSpPr>
              <p:cNvPr id="1900" name="Google Shape;1900;p4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7" name="Google Shape;1907;p47"/>
            <p:cNvSpPr/>
            <p:nvPr/>
          </p:nvSpPr>
          <p:spPr>
            <a:xfrm rot="5400000">
              <a:off x="8666054" y="247478"/>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2079;p52">
            <a:extLst>
              <a:ext uri="{FF2B5EF4-FFF2-40B4-BE49-F238E27FC236}">
                <a16:creationId xmlns:a16="http://schemas.microsoft.com/office/drawing/2014/main" id="{769716B7-8516-4704-825A-159B6DB5A7A5}"/>
              </a:ext>
            </a:extLst>
          </p:cNvPr>
          <p:cNvSpPr txBox="1">
            <a:spLocks/>
          </p:cNvSpPr>
          <p:nvPr/>
        </p:nvSpPr>
        <p:spPr>
          <a:xfrm>
            <a:off x="979695" y="743017"/>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9600"/>
              <a:buFont typeface="Poppins"/>
              <a:buNone/>
              <a:defRPr sz="6000" b="1" i="0" u="none" strike="noStrike" cap="none">
                <a:solidFill>
                  <a:schemeClr val="dk2"/>
                </a:solidFill>
                <a:latin typeface="Poppins"/>
                <a:ea typeface="Poppins"/>
                <a:cs typeface="Poppins"/>
                <a:sym typeface="Poppins"/>
              </a:defRPr>
            </a:lvl1pPr>
            <a:lvl2pPr marR="0" lvl="1"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2pPr>
            <a:lvl3pPr marR="0" lvl="2"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3pPr>
            <a:lvl4pPr marR="0" lvl="3"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4pPr>
            <a:lvl5pPr marR="0" lvl="4"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5pPr>
            <a:lvl6pPr marR="0" lvl="5"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6pPr>
            <a:lvl7pPr marR="0" lvl="6"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7pPr>
            <a:lvl8pPr marR="0" lvl="7"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8pPr>
            <a:lvl9pPr marR="0" lvl="8" algn="ctr" rtl="0">
              <a:lnSpc>
                <a:spcPct val="100000"/>
              </a:lnSpc>
              <a:spcBef>
                <a:spcPts val="0"/>
              </a:spcBef>
              <a:spcAft>
                <a:spcPts val="0"/>
              </a:spcAft>
              <a:buClr>
                <a:schemeClr val="dk2"/>
              </a:buClr>
              <a:buSzPts val="9600"/>
              <a:buFont typeface="Poppins"/>
              <a:buNone/>
              <a:defRPr sz="9600" b="1" i="0" u="none" strike="noStrike" cap="none">
                <a:solidFill>
                  <a:schemeClr val="dk2"/>
                </a:solidFill>
                <a:latin typeface="Poppins"/>
                <a:ea typeface="Poppins"/>
                <a:cs typeface="Poppins"/>
                <a:sym typeface="Poppins"/>
              </a:defRPr>
            </a:lvl9pPr>
          </a:lstStyle>
          <a:p>
            <a:r>
              <a:rPr lang="en-US" sz="3000" dirty="0"/>
              <a:t>REFERENCES</a:t>
            </a:r>
          </a:p>
        </p:txBody>
      </p:sp>
      <p:sp>
        <p:nvSpPr>
          <p:cNvPr id="59" name="Rectangle 58">
            <a:extLst>
              <a:ext uri="{FF2B5EF4-FFF2-40B4-BE49-F238E27FC236}">
                <a16:creationId xmlns:a16="http://schemas.microsoft.com/office/drawing/2014/main" id="{DDF05C6B-3295-4C7E-B5F1-0FD78B934CA8}"/>
              </a:ext>
            </a:extLst>
          </p:cNvPr>
          <p:cNvSpPr>
            <a:spLocks noChangeArrowheads="1"/>
          </p:cNvSpPr>
          <p:nvPr/>
        </p:nvSpPr>
        <p:spPr bwMode="auto">
          <a:xfrm>
            <a:off x="1105824" y="1262912"/>
            <a:ext cx="5015045" cy="2975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Python Official Documentation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Speech Recognition Library </a:t>
            </a:r>
          </a:p>
          <a:p>
            <a:pPr marL="0" marR="0" lvl="0" indent="0" algn="l" defTabSz="914400" rtl="0" eaLnBrk="0" fontAlgn="base" latinLnBrk="0" hangingPunct="0">
              <a:lnSpc>
                <a:spcPct val="200000"/>
              </a:lnSpc>
              <a:spcBef>
                <a:spcPct val="0"/>
              </a:spcBef>
              <a:spcAft>
                <a:spcPct val="0"/>
              </a:spcAft>
              <a:buClrTx/>
              <a:buSzTx/>
              <a:tabLst/>
            </a:pPr>
            <a:r>
              <a:rPr lang="en-US" altLang="en-US" sz="1600" dirty="0">
                <a:solidFill>
                  <a:schemeClr val="tx1"/>
                </a:solidFill>
                <a:latin typeface="IBM Plex Mono" panose="020B0604020202020204" charset="0"/>
              </a:rPr>
              <a:t>  </a:t>
            </a:r>
            <a:r>
              <a:rPr kumimoji="0" lang="en-US" altLang="en-US" sz="1600" b="0" i="0" u="none" strike="noStrike" cap="none" normalizeH="0" baseline="0" dirty="0">
                <a:ln>
                  <a:noFill/>
                </a:ln>
                <a:solidFill>
                  <a:schemeClr val="tx1"/>
                </a:solidFill>
                <a:effectLst/>
                <a:latin typeface="IBM Plex Mono" panose="020B0604020202020204" charset="0"/>
              </a:rPr>
              <a:t>Documentation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pyttsx3 Documentation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Wikipedia API Documentation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IBM Plex Mono" panose="020B0604020202020204" charset="0"/>
              </a:rPr>
              <a:t>Online tutorials and research articles</a:t>
            </a:r>
          </a:p>
        </p:txBody>
      </p:sp>
      <p:pic>
        <p:nvPicPr>
          <p:cNvPr id="9218" name="Picture 2">
            <a:extLst>
              <a:ext uri="{FF2B5EF4-FFF2-40B4-BE49-F238E27FC236}">
                <a16:creationId xmlns:a16="http://schemas.microsoft.com/office/drawing/2014/main" id="{481AF279-6C99-4252-8461-47A08FE2590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869" t="21015" r="9832" b="17376"/>
          <a:stretch/>
        </p:blipFill>
        <p:spPr bwMode="auto">
          <a:xfrm>
            <a:off x="5180987" y="1830286"/>
            <a:ext cx="2439531" cy="1895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82"/>
        <p:cNvGrpSpPr/>
        <p:nvPr/>
      </p:nvGrpSpPr>
      <p:grpSpPr>
        <a:xfrm>
          <a:off x="0" y="0"/>
          <a:ext cx="0" cy="0"/>
          <a:chOff x="0" y="0"/>
          <a:chExt cx="0" cy="0"/>
        </a:xfrm>
      </p:grpSpPr>
      <p:sp>
        <p:nvSpPr>
          <p:cNvPr id="1483" name="Google Shape;1483;p38"/>
          <p:cNvSpPr txBox="1">
            <a:spLocks noGrp="1"/>
          </p:cNvSpPr>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 </a:t>
            </a:r>
            <a:endParaRPr dirty="0"/>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1" name="Google Shape;1491;p38"/>
          <p:cNvSpPr txBox="1">
            <a:spLocks noGrp="1"/>
          </p:cNvSpPr>
          <p:nvPr>
            <p:ph type="title"/>
          </p:nvPr>
        </p:nvSpPr>
        <p:spPr>
          <a:xfrm>
            <a:off x="2290607" y="2013561"/>
            <a:ext cx="4463502" cy="841800"/>
          </a:xfrm>
          <a:prstGeom prst="rect">
            <a:avLst/>
          </a:prstGeom>
        </p:spPr>
        <p:txBody>
          <a:bodyPr spcFirstLastPara="1" wrap="square" lIns="91425" tIns="91425" rIns="91425" bIns="91425" anchor="ctr" anchorCtr="0">
            <a:noAutofit/>
          </a:bodyPr>
          <a:lstStyle/>
          <a:p>
            <a:pPr lvl="0"/>
            <a:r>
              <a:rPr lang="en-US" sz="6000" dirty="0"/>
              <a:t>THANK YOU </a:t>
            </a:r>
            <a:endParaRPr sz="6000" dirty="0"/>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8" name="Google Shape;1498;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16F0C0E5-6AF6-4FF4-AAA0-91A7A6FCA257}"/>
              </a:ext>
            </a:extLst>
          </p:cNvPr>
          <p:cNvSpPr>
            <a:spLocks noGrp="1"/>
          </p:cNvSpPr>
          <p:nvPr>
            <p:ph type="subTitle" idx="1"/>
          </p:nvPr>
        </p:nvSpPr>
        <p:spPr/>
        <p:txBody>
          <a:bodyPr/>
          <a:lstStyle/>
          <a:p>
            <a:r>
              <a:rPr lang="en-US" dirty="0"/>
              <a:t> </a:t>
            </a:r>
          </a:p>
        </p:txBody>
      </p:sp>
    </p:spTree>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4721</TotalTime>
  <Words>696</Words>
  <Application>Microsoft Office PowerPoint</Application>
  <PresentationFormat>On-screen Show (16:9)</PresentationFormat>
  <Paragraphs>160</Paragraphs>
  <Slides>19</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Poppins</vt:lpstr>
      <vt:lpstr>Arial</vt:lpstr>
      <vt:lpstr>Open Sans</vt:lpstr>
      <vt:lpstr>Source Code Pro</vt:lpstr>
      <vt:lpstr>Roboto Condensed Light</vt:lpstr>
      <vt:lpstr>IBM Plex Mono</vt:lpstr>
      <vt:lpstr>Introduction to Coding Workshop by Slidesgo</vt:lpstr>
      <vt:lpstr>VOICE CONTROLLER DESKTOP ASSISTANCE</vt:lpstr>
      <vt:lpstr>ABSTRACT</vt:lpstr>
      <vt:lpstr>INTRODUCTION</vt:lpstr>
      <vt:lpstr>OBJECTIVE</vt:lpstr>
      <vt:lpstr>EXISTING SYSTEM</vt:lpstr>
      <vt:lpstr>PROPOSED SYSTEM</vt:lpstr>
      <vt:lpstr>LITERATURE REVIEW</vt:lpstr>
      <vt:lpstr>SOFTWARE AND HARDWARE REQUIREMENTS</vt:lpstr>
      <vt:lpstr>ARCHITECTURE</vt:lpstr>
      <vt:lpstr>ARCHITECTURE</vt:lpstr>
      <vt:lpstr>PowerPoint Presentation</vt:lpstr>
      <vt:lpstr>PowerPoint Presentation</vt:lpstr>
      <vt:lpstr>PowerPoint Presentation</vt:lpstr>
      <vt:lpstr>PowerPoint Presentation</vt:lpstr>
      <vt:lpstr>MODULES OVERVIEW</vt:lpstr>
      <vt:lpstr>MODULE EXPLANATION</vt:lpstr>
      <vt:lpstr>WORKING &amp; TECHNOLOGIES</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 CONTROLLER DESKTOP ASSISTANCE Coding Workshop</dc:title>
  <dc:creator>deepasri vadla</dc:creator>
  <cp:lastModifiedBy>welcome</cp:lastModifiedBy>
  <cp:revision>42</cp:revision>
  <dcterms:modified xsi:type="dcterms:W3CDTF">2026-08-04T09:03:51Z</dcterms:modified>
</cp:coreProperties>
</file>